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2588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水氮联合优化 all 模式新尝试汇报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2402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从 reward 惩罚、日动作上限，到季节总预算约束的完整实验记录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886200"/>
          <a:ext cx="1078992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实验场景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核心结论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海伦站 2007 玉米；历史天气作为完美预报；降雨缩放到 60% 构造干旱调试场景。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单纯 reward 惩罚不能解决过量动作；日上限改善动作尺度；季节预算首次得到可解释策略。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汇报内容与实验线索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导师要求：最终模型需要同时考虑产量、氮回收/氮素利用、施肥量和灌水量。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前期发现：五站点原始年份多数为雨养或弱灌溉需求，直接训练灌溉优化空间有限。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为走通天气预报驱动的水氮管理优化，先用海伦站降雨缩放 0.6 构造干旱调试场景。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之后依次尝试：reward 惩罚增强、日安全动作上限、季节总预算 wrapper。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每一轮都保留 Null / Expert / PPO 诊断，指标包括 yield、total_anfer、total_amir、swfac/nstres 胁迫天数。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背景：为什么要从施肥扩展到水氮联合优化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原始 fertilization_reward 只处理施肥：reward = trnu × coef - penality × anfer。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导师要求不是靠经验指定 coef/penality，而是通过参数扫描寻找更优组合。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后续论文目标更大：能够基于天气预报进行水氮联合管理优化。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当前先使用历史天气作为完美预报来走通方法框架。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因此 all mode 不只是加一个灌溉动作，而是要保证 PPO 在有限水氮资源下学会何时施肥、何时灌水。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诊断指标：如何判断 PPO 策略是否合理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4300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3107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判断方向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max_grnwt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最终/最高籽粒产量 proxy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越高越好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total_anfer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全季总施氮量 kg/ha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越少越好，但不能牺牲产量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total_amir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全季总灌水量 mm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越少越好，但不能造成水分胁迫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swfac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水分胁迫指标；gym 中已做 1 - 原值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越低越好，0 近似无胁迫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nstres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氮胁迫指标；gym 中已做 1 - 原值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越低越好，0 近似无胁迫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reward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 reward 函数下累计得分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辅助判断，不能单独替代农学指标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4800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注意：maize 的 swfac/nstres 在 gym 后处理中做了 1 - 原值转换，因此诊断表中数值越大表示胁迫越强。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调试场景：海伦站降雨缩放 0.6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852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原始五站点年份多为降雨充足或接近平衡，灌溉优化空间不明显。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为了测试水氮联合优化能力，构造海伦站 HL scale0.6：把降雨缩放到 60%。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该情景 PRCP = 207.3 mm，ETCP = 496.0 mm，水分收支差约 -288.7 mm。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Null 模式产量极低，说明该情景确实需要管理干预。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该情景不是最终实证站点结论，而是用于调试模型是否会因缺水而灌水的方法场景。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92240" y="1325880"/>
          <a:ext cx="48463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720"/>
                <a:gridCol w="807720"/>
                <a:gridCol w="807720"/>
                <a:gridCol w="807720"/>
                <a:gridCol w="807720"/>
                <a:gridCol w="807720"/>
              </a:tblGrid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Yield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kg/ha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Irr. mm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swfac days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nstres days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Null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Expert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6276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165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所有新尝试的逻辑路线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做法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中间讨论结论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增强 reward 惩罚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只调 reward 可能不足以约束 PPO 动作空间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失败：极端过量水肥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日安全动作上限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 PPO 动作映射到合理日施用范围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改善：过量下降，但仍每天少量累积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季节总预算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预算用完后动作强制为 0，逼 PPO 学 timing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成功：出现可解释策略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100k 确认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验证最佳预算策略是否稳定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稳定：接近 50k 结果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4389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核心判断：PPO 的问题不是完全不会优化，而是原环境动作空间太自由。先把农学可行性写进动作层，再让 reward 做偏好排序，效果更稳定。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尝试 1：只增加 reward 惩罚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保留原动作空间，不限制 PPO 每天施多少氮/灌多少水。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新增总施肥/总灌水超量惩罚：超过设定 limit 后按 cost 扣分。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新增无水分胁迫灌水惩罚：如果 swfac 低于阈值仍灌水，则额外扣分。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参数例：pen20_icost20_ns50_nlim220_nex15_ilim80_iex30。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pen20：施肥惩罚系数 20；icost20：灌水基础成本 20；ns50：无水分胁迫灌水额外成本 50。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nlim220/nex15：总施氮超过 220 后按 15 扣分；ilim80/iex30：总灌水超过 80 后按 30 扣分。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尝试 1 结果：reward 惩罚不足以防止过量动作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三组 50k 扫描全部失败。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PPO 总施氮约 13,600 kg/ha，总灌水约 3,500 mm。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产量约 4,866-4,868 kg/ha，低于 Expert 的 6,276 kg/ha。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解释：PPO 初始探索可以产生极端大动作；长期累计惩罚不能及时阻止动作空间灾难。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中间结论：必须先约束动作可行域，不能只靠 reward 扣分。</a:t>
            </a:r>
          </a:p>
        </p:txBody>
      </p:sp>
      <p:pic>
        <p:nvPicPr>
          <p:cNvPr id="4" name="Picture 3" descr="penalty_sca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557784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尝试 2：安全日动作上限 Safe Action Wrapper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新增 SafeActionGymDssatWrapper，不修改原始 DSSAT 环境。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关键修正：不是先按原动作范围反归一化再 clip，而是直接把 PPO 的 [-1,1] 映射到 [0, safe_cap]。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命名解释：safe20_5 表示每天最多施氮 20 kg/ha、每天最多灌水 5 mm。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safe60_20 表示每天最多施氮 60 kg/ha、每天最多灌水 20 mm。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局限：日上限只能限制每天最多多少，不能限制全季总共多少。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尝试 2 结果：日上限显著改善，但仍然过量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safe20_5 是日上限扫描中最好的一组。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50k: yield ≈ 7456，total_anfer ≈ 1355，total_amir ≈ 352。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100k follow-up: yield ≈ 7457，total_anfer ≈ 1350，total_amir ≈ 351。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产量高，但水氮总量仍远高于 Expert。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中间结论：步数增加不是关键，必须限制季节总预算。</a:t>
            </a:r>
          </a:p>
        </p:txBody>
      </p:sp>
      <p:pic>
        <p:nvPicPr>
          <p:cNvPr id="4" name="Picture 3" descr="safe_sca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557784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尝试 3：季节总预算 Budgeted Safe Action Wrapper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6400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新增 BudgetedSafeActionGymDssatWrapper：日动作上限 + 季节总预算。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每次 reset 时清零累计水氮用量。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每次 step 先按日上限映射动作，再按剩余季节预算二次裁剪。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预算用完后，对应动作自动变成 0。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这会迫使 PPO 学会什么时候使用有限水氮资源，而不是每天少量累积。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12280" y="1280160"/>
          <a:ext cx="4572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命名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budget220_100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全季施氮预算 220 kg/ha；全季灌水预算 100 mm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daily20_5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每天施氮上限 20 kg/ha；每天灌水上限 5 mm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pen20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施肥 reward 中对 anfer 的惩罚系数为 20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尝试 3 结果：季节预算首次得到可解释策略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budget180_60：最保守，水氮接近 Expert，但产量略低。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budget220_100：当前最佳折中，产量高于 Expert，水氮增加仍在可解释范围内。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budget300_150：预算更宽，水氮更多，但产量并未继续明显提高。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结论：季节预算不是越大越好，过大预算会带来额外投入但收益有限。</a:t>
            </a:r>
          </a:p>
        </p:txBody>
      </p:sp>
      <p:pic>
        <p:nvPicPr>
          <p:cNvPr id="4" name="Picture 3" descr="budget_sca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557784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预算扫描详细结果（HL scale0.6, 50k）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4846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产量 kg/ha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总氮 kg/ha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总灌水 mm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swfac天数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nstres天数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解释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Expert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6276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165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固定专家策略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budget180_60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6165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保守，接近专家用氮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budget220_100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6729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最佳折中，产量提升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budget300_150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6695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278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133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投入增加但收益不增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4160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为什么 budget220_100 最合适：相对 Expert，产量提高约 453 kg/ha，施氮增加约 41 kg/ha，灌水增加约 61 mm。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为什么 budget180_60 也有价值：几乎保持专家施氮水平，灌水略增，产量只低约 111 kg/ha，可作为保守节水节肥对照。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100k 确认：budget220_100 结果稳定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对 50k 最优的 budget220_100 单独扩展到 100k。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100k PPO：yield ≈ 6669，total_anfer ≈ 202，total_amir ≈ 92。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50k PPO：yield ≈ 6729，total_anfer ≈ 206，total_amir ≈ 91。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两次结果接近，说明当前策略不是短步数偶然结果。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该配置可以作为后续论文方法调试的主配置。</a:t>
            </a:r>
          </a:p>
        </p:txBody>
      </p:sp>
      <p:pic>
        <p:nvPicPr>
          <p:cNvPr id="4" name="Picture 3" descr="final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43000"/>
            <a:ext cx="557784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三类尝试的对比总结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尝试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代表配置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PPO产量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PPO总氮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PPO总灌水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Reward惩罚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pen20 ns50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4866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13650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3524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失败，动作空间灾难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日上限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safe20_5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7456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1355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352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改善但仍过量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季节预算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budget220_100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6729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206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当前最佳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100k确认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budget220_100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6669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92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稳定复现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4160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中间讨论形成的关键判断：PPO 并不是完全不会学习，而是原始动作空间不符合农学管理约束。先把可行域约束清楚，再让 reward 做偏好排序，效果明显更好。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当前形成的方法框架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1. 用 DSSAT 构建作物-土壤-天气响应环境。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2. 当前先使用历史天气作为完美天气预报，未来可替换为真实天气预报。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3. PPO 观察作物状态、水分状态、氮胁迫等指标。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4. PPO 输出水氮动作。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5. BudgetedSafeActionWrapper 将动作限制在日上限和季节预算内。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6. DSSAT 返回产量、水分胁迫、氮胁迫、trnu 等状态，用于训练与诊断。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代码与结果文件记录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97280"/>
          <a:ext cx="113842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2140"/>
                <a:gridCol w="5692140"/>
              </a:tblGrid>
              <a:tr h="40576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文件/目录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marL="36576" marR="36576">
                    <a:solidFill>
                      <a:srgbClr val="4472C4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sb3_safe_action_wrapper.py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SafeAction 与 BudgetedSafeAction wrapper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train_hl_all_multisite_safe.py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日动作上限训练脚本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train_hl_all_multisite_budget.py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日上限 + 季节预算训练脚本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run_hl_scale0p6_safe_penalty_scan.py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safe 动作上限扫描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run_hl_scale0p6_budget_scan.py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季节预算扫描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diagnose_all_water_stress_sites.py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 PPO + safe/budget wrapper 的诊断</a:t>
                      </a:r>
                    </a:p>
                  </a:txBody>
                  <a:tcPr marL="36576" marR="36576">
                    <a:solidFill>
                      <a:srgbClr val="DDEBF7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output_hl/rain_scaling_train/...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训练、诊断、summary 和 findings 输出</a:t>
                      </a:r>
                    </a:p>
                  </a:txBody>
                  <a:tcPr marL="36576" marR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GitHub 记录：bd155ff Add safe action all-mode scan；65da954 Add seasonal budget all-mode scan。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当前结果的限制与需要说明的点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HL scale0.6 是降雨缩放构造的干旱调试场景，不等同于真实干旱年份验证。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目前主要是单站点、单年份、单随机种子的流程验证，后续需要多 seed 和多站点。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budget220_100 的预算值目前是调试得到的工程约束，需要结合农学经验或文献进一步论证。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turfac 尚未安全暴露，当前主要使用 swfac/nstres 作为决策诊断指标。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最终论文中应把方法可行性和实证推广验证分开叙述。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1. 对 budget220_100 输出逐日 action trace 图，检查施肥/灌水发生在哪些 DAP 和作物阶段。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2. 做 3-5 个随机种子重复，确认结果均值和方差。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3. 在真实干旱年份或用户搜集的新天气数据上测试，而不只依赖 rain scale0.6。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4. 将预算约束推广到其他站点，比较不同水分需求情景下 PPO 是否自动调整灌水。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5. 为论文写法准备：历史天气 = 完美预报的方法说明，并预留真实天气预报接口。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阶段性结论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单纯 reward 惩罚不能解决 all mode 的过量动作问题。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日动作上限能显著改善动作尺度，但仍无法控制季节总量。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季节总预算 wrapper 是关键突破：它让 PPO 学习有限水氮资源下的调度策略。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当前最佳配置：budget220_100_daily20_5_pen20。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在 HL scale0.6 情景下，PPO 100k 产量约 6669 kg/ha，高于 Expert 的 6276 kg/ha；总氮约 202 kg/ha，总灌水约 92 mm。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这套流程已经可以作为水氮联合优化方法的原型，后续重点转向多 seed、多站点和真实干旱年份验证。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0">
                <a:solidFill>
                  <a:srgbClr val="5A5A5A"/>
                </a:solidFill>
                <a:latin typeface="Microsoft YaHei"/>
                <a:ea typeface="Microsoft YaHei"/>
                <a:cs typeface="Microsoft YaHei"/>
              </a:rPr>
              <a:t>水氮联合优化 all 模式实验记录 |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