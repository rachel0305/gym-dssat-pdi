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本次只重构工程控制面，不修改冻结 reward、IC 或已验证 DQN 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流程图展示本次重构的控制面；底层已验证 DQN/reward/IC 不在本任务中修改。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789920" cy="7315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191919"/>
                </a:solidFill>
                <a:latin typeface="Arial"/>
              </a:rPr>
              <a:t>DQN Benchmark Framework Refactor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148840"/>
            <a:ext cx="10241280" cy="41148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900" b="0">
                <a:solidFill>
                  <a:srgbClr val="191919"/>
                </a:solidFill>
                <a:latin typeface="Arial"/>
              </a:rPr>
              <a:t>论文实验前的统一配置、复用、续跑与报告基础工程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989320"/>
            <a:ext cx="10058400" cy="2743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rial"/>
              </a:rPr>
              <a:t>2026-07-11  |  021_00_hla2007_framework_smoke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脚本复制已经成为论文实验的主要工程风险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五站点 DQN 证据已形成，但训练、评估、绘图和报告入口分散。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本框架在不改 reward、IC 和旧结果的前提下统一控制面。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审计确认了复用价值，也暴露了 resume 与输入身份边界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历史脚本存在复制、全局常量耦合和输出 schema 不统一。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历史模型没有 replay buffer，不能声称 exact resume。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SY2014 IC 来源仍冲突，正式训练被配置层阻塞。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统一流程把配置、计算与证据串成可追溯链条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48840"/>
            <a:ext cx="1078992" cy="822960"/>
          </a:xfrm>
          <a:prstGeom prst="roundRect">
            <a:avLst/>
          </a:prstGeom>
          <a:solidFill>
            <a:srgbClr val="DAE4EE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latin typeface="Arial"/>
              </a:defRPr>
            </a:pPr>
            <a:r>
              <a:t>config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508760" y="2432304"/>
            <a:ext cx="192024" cy="256032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91639" y="2148840"/>
            <a:ext cx="1078992" cy="822960"/>
          </a:xfrm>
          <a:prstGeom prst="roundRect">
            <a:avLst/>
          </a:prstGeom>
          <a:solidFill>
            <a:srgbClr val="EBEEF1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latin typeface="Arial"/>
              </a:defRPr>
            </a:pPr>
            <a:r>
              <a:t>validation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2432304"/>
            <a:ext cx="192024" cy="256032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71800" y="2148840"/>
            <a:ext cx="1078992" cy="822960"/>
          </a:xfrm>
          <a:prstGeom prst="roundRect">
            <a:avLst/>
          </a:prstGeom>
          <a:solidFill>
            <a:srgbClr val="EBEEF1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latin typeface="Arial"/>
              </a:defRPr>
            </a:pPr>
            <a:r>
              <a:t>result lookup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69079" y="2432304"/>
            <a:ext cx="192024" cy="256032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59" y="2148840"/>
            <a:ext cx="1078992" cy="822960"/>
          </a:xfrm>
          <a:prstGeom prst="roundRect">
            <a:avLst/>
          </a:prstGeom>
          <a:solidFill>
            <a:srgbClr val="EBEEF1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latin typeface="Arial"/>
              </a:defRPr>
            </a:pPr>
            <a:r>
              <a:t>train / resume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49239" y="2432304"/>
            <a:ext cx="192024" cy="256032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32120" y="2148840"/>
            <a:ext cx="1078992" cy="822960"/>
          </a:xfrm>
          <a:prstGeom prst="roundRect">
            <a:avLst/>
          </a:prstGeom>
          <a:solidFill>
            <a:srgbClr val="EBEEF1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latin typeface="Arial"/>
              </a:defRPr>
            </a:pPr>
            <a:r>
              <a:t>evaluate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629399" y="2432304"/>
            <a:ext cx="192024" cy="256032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12280" y="2148840"/>
            <a:ext cx="1078992" cy="822960"/>
          </a:xfrm>
          <a:prstGeom prst="roundRect">
            <a:avLst/>
          </a:prstGeom>
          <a:solidFill>
            <a:srgbClr val="EBEEF1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latin typeface="Arial"/>
              </a:defRPr>
            </a:pPr>
            <a:r>
              <a:t>summarize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09560" y="2432304"/>
            <a:ext cx="192024" cy="256032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39" y="2148840"/>
            <a:ext cx="1078992" cy="822960"/>
          </a:xfrm>
          <a:prstGeom prst="roundRect">
            <a:avLst/>
          </a:prstGeom>
          <a:solidFill>
            <a:srgbClr val="EBEEF1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latin typeface="Arial"/>
              </a:defRPr>
            </a:pPr>
            <a:r>
              <a:t>plot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89719" y="2432304"/>
            <a:ext cx="192024" cy="256032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72599" y="2148840"/>
            <a:ext cx="1078992" cy="822960"/>
          </a:xfrm>
          <a:prstGeom prst="roundRect">
            <a:avLst/>
          </a:prstGeom>
          <a:solidFill>
            <a:srgbClr val="EBEEF1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latin typeface="Arial"/>
              </a:defRPr>
            </a:pPr>
            <a:r>
              <a:t>MD / PPT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469879" y="2432304"/>
            <a:ext cx="192024" cy="256032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652759" y="2148840"/>
            <a:ext cx="1078992" cy="822960"/>
          </a:xfrm>
          <a:prstGeom prst="roundRect">
            <a:avLst/>
          </a:prstGeom>
          <a:solidFill>
            <a:srgbClr val="DAE4EE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latin typeface="Arial"/>
              </a:defRPr>
            </a:pPr>
            <a:r>
              <a:t>Git backup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40480"/>
            <a:ext cx="10241280" cy="54864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191919"/>
                </a:solidFill>
                <a:latin typeface="Arial"/>
              </a:rPr>
              <a:t>旧脚本由 adapter 接入；任何复用、失败或部分完成都写入 manifest。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YAML 把站点差异和冻结算法参数分离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冻结主线：9 动作、I120/N300、共享 7 DAP、n_steps=5。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reward：local-null terminal yield gain - water cost - nitrogen cost。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站点路径使用项目相对路径；逐年 prepared input 参与 hash。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49240"/>
            <a:ext cx="10332720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365B86"/>
                </a:solidFill>
                <a:latin typeface="Arial"/>
              </a:rPr>
              <a:t>科学配置进入 config_hash；dry-run、resume 等运行控制不改变科学身份。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复用等级避免把“可重画图”误写成“可精确续训”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config_hash 完全匹配且 manifest completed/reused 时跳过训练。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旧结果按 report/evaluation/warm_start/exact_resume 分级，不强行认定等价。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020_11、020_13、LC/SY legacy 证据已写入 existing-results registry。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统一目录让每个输出都能回溯到配置和 manifest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configs / logs / checkpoints / evaluations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summaries / figures / tables / reports / manifests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CSV 与图一一对应；PNG 300 dpi 与 SVG 成对输出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模型与 replay buffer 保存在本地，不纳入 Git 大文件备份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Smoke test 只验证管线，不作为算法性能证据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配置读取与校验通过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HLA2007 gym-DSSAT 环境创建通过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DQN 在 checkpoint 100 后按设计中断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model、replay buffer、RNG 与 checkpoint 保存通过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从 checkpoint 100 恢复并训练到 200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deterministic checkpoint 评估通过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统一 CSV 与 Excel 输出通过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3657600" cy="36576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276F4E"/>
                </a:solidFill>
                <a:latin typeface="Arial"/>
              </a:rPr>
              <a:t>状态：passed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一个命令对应一个不可混淆的实验配置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solidFill>
            <a:srgbClr val="F7F7F7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331720"/>
            <a:ext cx="10058400" cy="59436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91919"/>
                </a:solidFill>
                <a:latin typeface="Arial"/>
              </a:rPr>
              <a:t>python -m benchmark.benchmark_runner --config configs/experiments/021_00_framework_smoke.yaml --report-only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191919"/>
                </a:solidFill>
                <a:latin typeface="Arial"/>
              </a:rPr>
              <a:t>先 dry-run；确认后再 train / evaluate / report。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Manifest 记录身份、状态、来源和失败证据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experiment_id: 021_00_hla2007_framework_smoke__hla_2007_seed0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config_hash: 5fa1364a8add2612...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status: reused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station/year/seed: HLA / 2007 / 0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resume_scope: checkpoint + replay buffer + RNG; DSSAT process is restarted at episode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兼容式重构优先保护既有证据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旧脚本不被删除或覆盖。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输出目录存在时默认拒绝覆盖；--force 生成时间戳目录。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缺失 baseline/指标不会导致整个报告崩溃。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模型与 replay buffer 不进入 Git。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下一轮实验只启用已通过 smoke 的能力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配置读取、校验、哈希、manifest 和 registry。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dry-run、train-only、evaluate-only、report-only、plot-only。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CSV/Excel、PNG/SVG、Markdown/PPTX 输出。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后续模板已预留，但默认全部 dry-run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先完成并复核 021_00 smoke、resume、reuse 和 invalid-config tests。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随后只在用户确认后 dry-run 021_01–021_08。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Methods Source 与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191919"/>
                </a:solidFill>
                <a:latin typeface="Arial"/>
              </a:defRPr>
            </a:pPr>
            <a:r>
              <a:t>• 参考文献未注入。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