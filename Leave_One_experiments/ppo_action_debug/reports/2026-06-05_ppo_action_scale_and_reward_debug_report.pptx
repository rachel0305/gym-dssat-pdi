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问题背景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Microsoft YaHei"/>
              </a:rPr>
              <a:t>当前 HLA 2007 debug PPO 可训练可评估，但水氮投入极端偏高。</a:t>
            </a:r>
          </a:p>
          <a:p>
            <a:r>
              <a:rPr sz="1600">
                <a:solidFill>
                  <a:srgbClr val="000000"/>
                </a:solidFill>
                <a:latin typeface="Microsoft YaHei"/>
              </a:rPr>
              <a:t>这说明流程跑通不等于策略有效，批量训练前必须先诊断动作尺度和 reward。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action safety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Microsoft YaHei"/>
              </a:rPr>
              <a:t>每日灌水上限 40 mm，每日施氮上限 80 kg/ha。</a:t>
            </a:r>
          </a:p>
          <a:p>
            <a:r>
              <a:rPr sz="1600">
                <a:solidFill>
                  <a:srgbClr val="000000"/>
                </a:solidFill>
                <a:latin typeface="Microsoft YaHei"/>
              </a:rPr>
              <a:t>季节灌水软上限 200 mm，季节施氮软上限 300 kg/ha。</a:t>
            </a:r>
          </a:p>
          <a:p>
            <a:r>
              <a:rPr sz="1600">
                <a:solidFill>
                  <a:srgbClr val="000000"/>
                </a:solidFill>
                <a:latin typeface="Microsoft YaHei"/>
              </a:rPr>
              <a:t>限制最小间隔和 DAP 范围，所有裁剪写入 daily CSV。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reward 函数诊断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Microsoft YaHei"/>
              </a:rPr>
              <a:t>当前 reward/成本不足以阻止 debug PPO 高频高量动作。</a:t>
            </a:r>
          </a:p>
          <a:p>
            <a:r>
              <a:rPr sz="1600">
                <a:solidFill>
                  <a:srgbClr val="000000"/>
                </a:solidFill>
                <a:latin typeface="Microsoft YaHei"/>
              </a:rPr>
              <a:t>本阶段不覆盖原 reward，只生成 reward revision candidates。</a:t>
            </a:r>
          </a:p>
          <a:p>
            <a:r>
              <a:rPr sz="1600">
                <a:solidFill>
                  <a:srgbClr val="000000"/>
                </a:solidFill>
                <a:latin typeface="Microsoft YaHei"/>
              </a:rPr>
              <a:t>后续如仍需提高策略质量，再做 reward 参数扫描。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当前 PPO 动作诊断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eval_year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days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nonzero_irrigation_days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nonzero_fertilization_days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sum_irrigation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sum_fertilization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149.0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149.0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149.0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3067.776962229982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14503.75838568434</a:t>
                      </a:r>
                    </a:p>
                  </a:txBody>
                  <a:tcPr/>
                </a:tc>
              </a:tr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2009.0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159.0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159.0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159.0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3278.5977747291327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15485.282227024436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169.0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169.0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169.0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3486.413371469825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16457.4934088625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action_space 检查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action_name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action_space_low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action_space_high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example_normalized_minus1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example_normalized_0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example_normalized_plus1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amir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50.0</a:t>
                      </a:r>
                    </a:p>
                  </a:txBody>
                  <a:tcPr/>
                </a:tc>
              </a:tr>
              <a:tr h="176784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anfer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100.0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新旧 PPO 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757645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model_type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eval_year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final_grnwt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total_irrigation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total_n_fertilizer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mean_reward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current_ppo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4463.160705566406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3067.776962229982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14503.75838568434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-301.0466180754249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current_ppo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4443.5235595703125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3486.413371469825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16457.4934088625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-315.5709252674539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current_ppo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4614.294738769531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3278.5977747291327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15485.282227024436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-309.0782729582721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action_safe_ppo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2007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7236.47216796875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300.0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108.30841741128512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action_safe_ppo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6739.1387939453125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73.08965938245981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action_safe_ppo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2009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7403.2073974609375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200.0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300.0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Microsoft YaHei"/>
                        </a:rPr>
                        <a:t>73.70778779114842</a:t>
                      </a:r>
                    </a:p>
                  </a:txBody>
                  <a:tcPr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Microsoft YaHei"/>
              </a:rPr>
              <a:t>下一步建议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Microsoft YaHei"/>
              </a:rPr>
              <a:t>action safety 已用于隔离动作尺度问题。</a:t>
            </a:r>
          </a:p>
          <a:p>
            <a:r>
              <a:rPr sz="1600">
                <a:solidFill>
                  <a:srgbClr val="000000"/>
                </a:solidFill>
                <a:latin typeface="Microsoft YaHei"/>
              </a:rPr>
              <a:t>若水氮进入合理范围，可进入逐模型训练准备。</a:t>
            </a:r>
          </a:p>
          <a:p>
            <a:r>
              <a:rPr sz="1600">
                <a:solidFill>
                  <a:srgbClr val="000000"/>
                </a:solidFill>
                <a:latin typeface="Microsoft YaHei"/>
              </a:rPr>
              <a:t>若产量或 reward 仍差，再调整 reward，而不是直接扩大批量训练。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