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006_08 Offline Schedule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目的：暂停 PPO 小修小补，先用 deterministic schedule search 找水氮管理 expert prior。</a:t>
            </a:r>
          </a:p>
          <a:p>
            <a:pPr>
              <a:defRPr sz="1500">
                <a:latin typeface="Microsoft YaHei"/>
              </a:defRPr>
            </a:pPr>
            <a:r>
              <a:t>范围：HLA 2011 coarse grid；固定 N DAP 1/30/60，灌溉 DAP 25/50/75。</a:t>
            </a:r>
          </a:p>
          <a:p>
            <a:pPr>
              <a:defRPr sz="1500">
                <a:latin typeface="Microsoft YaHei"/>
              </a:defRPr>
            </a:pPr>
            <a:r>
              <a:t>约束：不训练 PPO，不改 my_data，不覆盖 006_03 到 006_07。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Why Pause PPO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006_03 到 006_07 均显示 PPO 倾向打满 300/450。</a:t>
            </a:r>
          </a:p>
          <a:p>
            <a:pPr>
              <a:defRPr sz="1500">
                <a:latin typeface="Microsoft YaHei"/>
              </a:defRPr>
            </a:pPr>
            <a:r>
              <a:t>reward cost、terminal profit、低频动作、窗口门控、预算/事件动作都没有产生主动节约。</a:t>
            </a:r>
          </a:p>
          <a:p>
            <a:pPr>
              <a:defRPr sz="1500">
                <a:latin typeface="Microsoft YaHei"/>
              </a:defRPr>
            </a:pPr>
            <a:r>
              <a:t>因此先用 DSSAT scenario ensemble 找可解释的 expert schedule。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Search Space and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候选 schedules：598。</a:t>
            </a:r>
          </a:p>
          <a:p>
            <a:pPr>
              <a:defRPr sz="1500">
                <a:latin typeface="Microsoft YaHei"/>
              </a:defRPr>
            </a:pPr>
            <a:r>
              <a:t>完成 HLA 2011 evaluations：598。</a:t>
            </a:r>
          </a:p>
          <a:p>
            <a:pPr>
              <a:defRPr sz="1500">
                <a:latin typeface="Microsoft YaHei"/>
              </a:defRPr>
            </a:pPr>
            <a:r>
              <a:t>Pareto schedules：8。</a:t>
            </a:r>
          </a:p>
          <a:p>
            <a:pPr>
              <a:defRPr sz="1500">
                <a:latin typeface="Microsoft YaHei"/>
              </a:defRPr>
            </a:pPr>
            <a:r>
              <a:t>跨年验证 candidates：15。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Yield vs Irrigation</a:t>
            </a:r>
          </a:p>
        </p:txBody>
      </p:sp>
      <p:pic>
        <p:nvPicPr>
          <p:cNvPr id="3" name="Picture 2" descr="HLA_yield_vs_irr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698480" cy="6293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Yield vs Nitrogen</a:t>
            </a:r>
          </a:p>
        </p:txBody>
      </p:sp>
      <p:pic>
        <p:nvPicPr>
          <p:cNvPr id="3" name="Picture 2" descr="HLA_yield_vs_nitro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698480" cy="62932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Profit vs Input</a:t>
            </a:r>
          </a:p>
        </p:txBody>
      </p:sp>
      <p:pic>
        <p:nvPicPr>
          <p:cNvPr id="3" name="Picture 2" descr="HLA_profit_vs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698480" cy="62932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Pareto Frontier</a:t>
            </a:r>
          </a:p>
        </p:txBody>
      </p:sp>
      <p:pic>
        <p:nvPicPr>
          <p:cNvPr id="3" name="Picture 2" descr="HLA_pareto_frontier_yield_water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698480" cy="75518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Cross-Year Yield</a:t>
            </a:r>
          </a:p>
        </p:txBody>
      </p:sp>
      <p:pic>
        <p:nvPicPr>
          <p:cNvPr id="3" name="Picture 2" descr="HLA_top_schedules_cross_year_y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698480" cy="5884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Cross-Year Profit</a:t>
            </a:r>
          </a:p>
        </p:txBody>
      </p:sp>
      <p:pic>
        <p:nvPicPr>
          <p:cNvPr id="3" name="Picture 2" descr="HLA_top_schedules_cross_year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698480" cy="5884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Expert Schedule Actions</a:t>
            </a:r>
          </a:p>
        </p:txBody>
      </p:sp>
      <p:pic>
        <p:nvPicPr>
          <p:cNvPr id="3" name="Picture 2" descr="HLA_expert_schedule_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698480" cy="5884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SWFAC and NSTRES</a:t>
            </a:r>
          </a:p>
        </p:txBody>
      </p:sp>
      <p:pic>
        <p:nvPicPr>
          <p:cNvPr id="3" name="Picture 2" descr="HLA_swfac_nstres_for_top_sche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698480" cy="5884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Microsoft YaHei"/>
              </a:defRPr>
            </a:pPr>
            <a:r>
              <a:t>Best schedule：HLA2011_S0157。</a:t>
            </a:r>
          </a:p>
          <a:p>
            <a:pPr>
              <a:defRPr sz="1400">
                <a:latin typeface="Microsoft YaHei"/>
              </a:defRPr>
            </a:pPr>
            <a:r>
              <a:t>Mean yield：6752.78；Mean irrigation：0.00；Mean N：150.00。</a:t>
            </a:r>
          </a:p>
          <a:p>
            <a:pPr>
              <a:defRPr sz="1400">
                <a:latin typeface="Microsoft YaHei"/>
              </a:defRPr>
            </a:pPr>
            <a:r>
              <a:t>Expand SYA/LCA：True。</a:t>
            </a:r>
          </a:p>
          <a:p>
            <a:pPr>
              <a:defRPr sz="1400">
                <a:latin typeface="Microsoft YaHei"/>
              </a:defRPr>
            </a:pPr>
            <a:r>
              <a:t>Reason：HLA best schedule HLA2011_S0157 passed the low-input &lt;=10% yield-loss gate.</a:t>
            </a:r>
          </a:p>
          <a:p>
            <a:pPr>
              <a:defRPr sz="1400">
                <a:latin typeface="Microsoft YaHei"/>
              </a:defRPr>
            </a:pPr>
            <a:r>
              <a:t>Imitation dataset：Leave_One_experiments\offline_schedule_search\expert_policy\imitation_dataset.csv</a:t>
            </a:r>
          </a:p>
          <a:p>
            <a:pPr>
              <a:defRPr sz="1400">
                <a:latin typeface="Microsoft YaHei"/>
              </a:defRPr>
            </a:pPr>
            <a:r>
              <a:t>SYA: SYA2012_S0443, yield=8988.5, irrigation=0.0, N=150.0</a:t>
            </a:r>
          </a:p>
          <a:p>
            <a:pPr>
              <a:defRPr sz="1400">
                <a:latin typeface="Microsoft YaHei"/>
              </a:defRPr>
            </a:pPr>
            <a:r>
              <a:t>LCA: LCA2010_S0313, yield=8757.1, irrigation=0.0, N=150.0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