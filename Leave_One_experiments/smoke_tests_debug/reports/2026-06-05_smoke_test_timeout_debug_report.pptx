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Smoke test timeout 排错记录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任务范围：只排查 smoke test timeout，不训练 PPO，不修改 reward，不覆盖 my_data 原始数据。</a:t>
            </a:r>
          </a:p>
          <a:p>
            <a:pPr>
              <a:spcAft>
                <a:spcPts val="5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上一阶段结果：56 个 episode 中 27 个成功、29 个 timeout。</a:t>
            </a:r>
          </a:p>
          <a:p>
            <a:pPr>
              <a:spcAft>
                <a:spcPts val="5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本阶段目标：定位 LCA、SYA、YCA timeout 原因，小修复后只重跑失败的 29 个案例。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上一阶段 timeout 分布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5156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station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timeout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SYA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9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YCA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最小失败案例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LCA 2010 fixed_low_input：固定策略触发施肥后，DSSAT management 设置不一致。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SYA 2014 fixed_low_input：同类 MI/MF 问题，并且模板缺少可用 irrigation section。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YCA 2014 null_zero：静态灌溉记录早于 simulation start date，null_zero 也会失败。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action_space 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action_space 包含 amir 和 anfer。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固定策略动作均在 low/high 范围内。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normalized_action 均位于 [-1, 1]。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未发现 fixed_low_input 每天重复施肥或灌溉。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2743200"/>
          <a:ext cx="111556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460"/>
                <a:gridCol w="1394460"/>
                <a:gridCol w="1394460"/>
                <a:gridCol w="1394460"/>
                <a:gridCol w="1394460"/>
                <a:gridCol w="1394460"/>
                <a:gridCol w="1394460"/>
                <a:gridCol w="1394460"/>
              </a:tblGrid>
              <a:tr h="386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station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year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policy_name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action_name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scheduled_events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min_norm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max_norm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within_bounds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fixed_low_input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amir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-1.0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-1.0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2007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fixed_low_input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anfer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-1.0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-0.699999988079071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fixed_low_input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amir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-1.0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-1.0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2010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fixed_low_input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anfer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-1.0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-0.699999988079071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SYA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fixed_low_input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amir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-1.0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-1.0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SYA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2014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fixed_low_input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anfer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-1.0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-0.699999988079071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YCA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null_zero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amir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-1.0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-1.0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YCA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2014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null_zero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anfer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-1.0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-1.0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rendered input 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问题集中在临时 rendered DSSAT 文件的 management section。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修复后检查 WTH、irrigation section、fertilizer section、simulation controls、planting section。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所有修复后的检查记录均通过，原始 my_data 文件未被修改。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2834640"/>
          <a:ext cx="111556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3075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check_item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status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count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075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fertilizer_section_present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/>
                </a:tc>
              </a:tr>
              <a:tr h="3075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irrigation_section_present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  <a:tr h="3075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mi_mf_enabled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/>
                </a:tc>
              </a:tr>
              <a:tr h="3075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no_original_pre_start_yca_irrigation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  <a:tr h="3075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planting_section_present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/>
                </a:tc>
              </a:tr>
              <a:tr h="3075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safe_zero_fertilizer_row_present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  <a:tr h="3075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safe_zero_irrigation_row_present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/>
                </a:tc>
              </a:tr>
              <a:tr h="3075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simulation_controls_present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  <a:tr h="3075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weather_year_present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/>
                </a:tc>
              </a:tr>
              <a:tr h="3075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wth_section_present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DSSAT 日志结论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LCA/SYA：修复前出现 FertType_mod.for / fertfile index 0 的 Fortran runtime error。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YCA：修复前出现 First irrigation application date prior to simulation start。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DSSAT log 为追加式文件，修复后日志中仍可能保留旧错误；最终以 episode ok、daily CSV、step trace 为准。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修复方法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新增 SMOKE_TEST_OUTPUT_ROOT，将排错输出写入 smoke_tests_debug，不覆盖上一阶段结果。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只在临时 rendered input 中启用 MI/MF，不改 my_data 原始模板。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缺失 irrigation section 时插入安全零灌溉 section。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跨年份残留的静态灌溉/施肥记录替换为 simulation start 后的安全基线行。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新增 step-level trace 和失败 29 案例专用重跑脚本。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29 个失败案例重跑结果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5156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11201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station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/>
                </a:tc>
              </a:tr>
              <a:tr h="11201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SYA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9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YCA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step trace 和输出完整性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5156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item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count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rerun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29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ok cases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29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daily 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29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step trace csv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29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response 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145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下一步建议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可以进入 PPO 训练脚本生成。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训练/评估脚本必须沿用临时 rendered input 修复逻辑。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PPO 前继续先跑 NullAgent 和固定策略小 smoke test。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不要把本次修复理解为 reward 改动；本次修复只解决 DSSAT 输入管理层级和日期问题。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