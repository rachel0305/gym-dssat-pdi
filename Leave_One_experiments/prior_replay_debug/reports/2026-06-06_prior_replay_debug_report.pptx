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006_11 Prior replay debug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问题：006_10 FT0 未复现 006_09 BC two-stage。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原因：安全 wrapper 使用 env dap=0，并且 daily_n_max 从 150 改成 80。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修复：新增 sim-day safety 的纯 replay evaluator。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Pure replay reproduction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920240"/>
                <a:gridCol w="1920240"/>
                <a:gridCol w="1920240"/>
                <a:gridCol w="1920240"/>
                <a:gridCol w="1920240"/>
              </a:tblGrid>
              <a:tr h="88392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index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final_grnwt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total_n_fertilizer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total_irrigation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yield_loss_vs_00609_bc_two_stage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n_diff_vs_00609_bc_two_stage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mean_yield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8091.8537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mean_n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153.575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mean_i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mean_yield_loss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-0.0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mean_n_diff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Fixed constrained PPO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1152144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  <a:gridCol w="1280160"/>
              </a:tblGrid>
              <a:tr h="132588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finetune_method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eval_count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mean_yield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mean_profit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mean_i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mean_n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mean_loss_ppo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mean_loss_bc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t>profit_gap_vs_bc_two_stage</a:t>
                      </a:r>
                    </a:p>
                  </a:txBody>
                  <a:tcPr>
                    <a:solidFill>
                      <a:srgbClr val="4F7ECF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FT0_BC_two_stage_replay_fixed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8091.8537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42.5248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153.575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-0.1768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FT2_residual_bc_prior_fixed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6874.2549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-1.1707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71.192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137.2691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0.0002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0.2089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-43.6955</a:t>
                      </a:r>
                    </a:p>
                  </a:txBody>
                  <a:tcPr>
                    <a:solidFill>
                      <a:srgbClr val="EBF0FA"/>
                    </a:solidFill>
                  </a:tcPr>
                </a:tc>
              </a:tr>
              <a:tr h="1325880"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FT3_budget_guardrail_100_200_fixed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8460.3945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-14.8825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98.973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200.0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-0.2304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-0.0453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700">
                          <a:solidFill>
                            <a:srgbClr val="000000"/>
                          </a:solidFill>
                          <a:latin typeface="Microsoft YaHei"/>
                        </a:defRPr>
                      </a:pPr>
                      <a:r>
                        <a:t>-57.4073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28600"/>
            <a:ext cx="113385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Microsoft YaHei"/>
              </a:defRPr>
            </a:pPr>
            <a:r>
              <a:t>Next step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14400"/>
            <a:ext cx="10972800" cy="5303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若 fixed FT2/FT3 不优于 fixed FT0，不进入 multi-seed。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优先做 expert dataset augmentation 或重新校准成本/奖励。</a:t>
            </a:r>
          </a:p>
          <a:p>
            <a:pPr>
              <a:defRPr sz="1500">
                <a:solidFill>
                  <a:srgbClr val="000000"/>
                </a:solidFill>
                <a:latin typeface="Microsoft YaHei"/>
              </a:defRPr>
            </a:pPr>
            <a:r>
              <a:t>暂不进入 rainfall-scaling budget scenario。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