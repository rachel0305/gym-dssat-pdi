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006_09 模仿学习先验实验记录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目标：用 006_08 离线 expert schedules 训练 behavior cloning prior。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约束：不训练 PPO，不做 multi-seed，不进入 rainfall scaling，不修改 my_data 或原始 reward。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方法：构建 HLA/SYA/LCA 三站点 BC 数据集，训练 constant/RF/MLP/two-stage 模型，并回到 DSSAT 评估。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Expert schedules 来源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1280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best_schedule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HLA2011_S0157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SYA2012_S0443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LCA2010_S0313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Supervised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model_name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n_rows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irrigation_mae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irrigation_rmse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irrigation_event_precision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irrigation_event_recall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irrigation_event_f1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nitrogen_mae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nitrogen_rmse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nitrogen_event_precision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nitrogen_event_recall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nitrogen_event_f1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nonzero_action_accuracy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zero_action_accuracy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BC_constant_schedule_baseline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BC_random_forest_regressor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0.7265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7.1013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0.8889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0.9975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0.9974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BC_mlp_regressor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1.1364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11.9183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BC_two_stage_classifier_regressor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0.1496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1.5237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BC_constant_schedule_baseline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BC_random_forest_regressor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904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1.1292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9.2659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0.4286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0.9867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0.9911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BC_mlp_regressor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1.1615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11.7001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BC_two_stage_classifier_regressor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904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0.664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8.3521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0.6667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0.9945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DSSAT evaluation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policy_name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eval_count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mean_yield_loss_vs_ppo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BC_constant_schedule_baseline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8225.2271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-0.1962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BC_mlp_regressor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2059.4187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0.7005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BC_random_forest_regressor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6115.2526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85.8948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0.1106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BC_two_stage_classifier_regressor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8091.8537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153.575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-0.1768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Expert / BC / PPO reference 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policy_type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policy_name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final_grnwt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total_irrigation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total_n_fertilizer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profit_score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expert_schedule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HLA2011_S0157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6752.7806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30.0278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expert_schedule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LCA2010_S0313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8757.0909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50.0709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expert_schedule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SYA2012_S0443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8988.5219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52.3852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imitation_policy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BC_constant_schedule_baseline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8225.2271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44.7523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imitation_policy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BC_mlp_regressor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2059.4187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20.5942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imitation_policy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BC_random_forest_regressor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6115.2526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85.8948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39.6788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imitation_policy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BC_two_stage_classifier_regressor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8091.8537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153.575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42.5248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ppo_cap_saturated_baseline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reference_300mm_450kgN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6875.8716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450.0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-193.7413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BC 结果只作为可解释先验，不作为最终 RL 策略。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若 learned BC 达到低投入且产量损失 &lt;=15%，可进入 constrained PPO fine-tuning。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若只有 constant expert replay 达标，应先扩展 expert schedule 数据，再做 RL fine-tuning。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