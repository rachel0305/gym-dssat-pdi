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007_01 Direct PPO Cost and Cap Sensitivity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000000"/>
                </a:solidFill>
                <a:latin typeface="Microsoft YaHei"/>
              </a:rPr>
              <a:t>Goal: test whether changing only water_cost, nitrogen_cost, season irrigation cap, and season N cap can avoid cap saturation.</a:t>
            </a:r>
          </a:p>
          <a:p>
            <a:r>
              <a:rPr sz="1500">
                <a:solidFill>
                  <a:srgbClr val="000000"/>
                </a:solidFill>
                <a:latin typeface="Microsoft YaHei"/>
              </a:rPr>
              <a:t>No RF, imitation learning, offline schedule search, expert replay, rainfall scaling, reward redesign, or action-design changes were used.</a:t>
            </a:r>
          </a:p>
          <a:p>
            <a:r>
              <a:rPr sz="1500">
                <a:solidFill>
                  <a:srgbClr val="000000"/>
                </a:solidFill>
                <a:latin typeface="Microsoft YaHei"/>
              </a:rPr>
              <a:t>Train/eval years, seed, PPO hyperparameters, action scaling, and direct PPO structure are inherited from 006_17.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Scenario Rollup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8600" y="960120"/>
          <a:ext cx="1175004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2780"/>
                <a:gridCol w="652780"/>
                <a:gridCol w="652780"/>
                <a:gridCol w="652780"/>
                <a:gridCol w="652780"/>
                <a:gridCol w="652780"/>
                <a:gridCol w="652780"/>
                <a:gridCol w="652780"/>
                <a:gridCol w="652780"/>
                <a:gridCol w="652780"/>
                <a:gridCol w="652780"/>
                <a:gridCol w="652780"/>
                <a:gridCol w="652780"/>
                <a:gridCol w="652780"/>
                <a:gridCol w="652780"/>
                <a:gridCol w="652780"/>
                <a:gridCol w="652780"/>
                <a:gridCol w="652780"/>
              </a:tblGrid>
              <a:tr h="109728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scenario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water_cost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nitrogen_cost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season_irrigation_cap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season_n_cap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n_cases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ok_cases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cap_saturated_cases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cap_saturation_rate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recommended_cases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recommended_rate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mean_irrigation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mean_n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mean_final_grnwt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mean_final_topwt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mean_profit_simple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min_yield_fraction_vs_baseline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mean_yield_fraction_vs_baseline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C_cap_low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180.0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180.0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7833.742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15962.215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23.337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0.573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0.96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A_baseline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0.1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0.25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160.0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250.0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45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45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45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160.0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250.0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8189.76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16416.548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3.398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D_cost_high_cap_low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180.0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180.0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7833.503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15962.052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-41.665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0.573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0.96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B_cost_high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0.3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0.5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160.0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250.0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45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45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45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160.0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250.0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8187.62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16412.123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-91.124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0.99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1.0</a:t>
                      </a:r>
                    </a:p>
                  </a:txBody>
                  <a:tcPr>
                    <a:solidFill>
                      <a:srgbClr val="E2EB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Recommended Configuration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8600" y="960120"/>
          <a:ext cx="1175004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871"/>
                <a:gridCol w="510871"/>
                <a:gridCol w="510871"/>
                <a:gridCol w="510871"/>
                <a:gridCol w="510871"/>
                <a:gridCol w="510871"/>
                <a:gridCol w="510871"/>
                <a:gridCol w="510871"/>
                <a:gridCol w="510871"/>
                <a:gridCol w="510871"/>
                <a:gridCol w="510871"/>
                <a:gridCol w="510871"/>
                <a:gridCol w="510871"/>
                <a:gridCol w="510871"/>
                <a:gridCol w="510871"/>
                <a:gridCol w="510871"/>
                <a:gridCol w="510871"/>
                <a:gridCol w="510871"/>
                <a:gridCol w="510871"/>
                <a:gridCol w="510871"/>
                <a:gridCol w="510871"/>
                <a:gridCol w="510871"/>
                <a:gridCol w="510878"/>
              </a:tblGrid>
              <a:tr h="27432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scenario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water_cost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nitrogen_cost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season_irrigation_cap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season_n_cap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n_cases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ok_cases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cap_saturated_cases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cap_saturation_rate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recommended_cases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recommended_rate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mean_irrigation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mean_n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mean_final_grnwt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mean_final_topwt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mean_profit_simple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min_yield_fraction_vs_baseline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mean_yield_fraction_vs_baseline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recommendation_status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recommendation_reason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advantages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limitations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suitable_as_main_thesis_result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2743200"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C_cap_low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180.0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180.0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7833.742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15962.215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23.337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0.573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fallback_for_mentor_discussion_not_final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No scenario met the strict non-saturation criterion; this fallback keeps yield near baseline with lower input caps, but still saturates its cap.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Keeps TOPWT/GRNWT workflow comparable to 006_17, but still saturates caps.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No tested parameter set fully solved cap saturation; not suitable as final thesis result yet.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600">
                          <a:solidFill>
                            <a:srgbClr val="000000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total irrigation comparison</a:t>
            </a:r>
          </a:p>
        </p:txBody>
      </p:sp>
      <p:pic>
        <p:nvPicPr>
          <p:cNvPr id="3" name="Picture 2" descr="total_irrig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60120"/>
            <a:ext cx="10881360" cy="53766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total n comparison</a:t>
            </a:r>
          </a:p>
        </p:txBody>
      </p:sp>
      <p:pic>
        <p:nvPicPr>
          <p:cNvPr id="3" name="Picture 2" descr="total_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60120"/>
            <a:ext cx="10881360" cy="53766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final grnwt comparison</a:t>
            </a:r>
          </a:p>
        </p:txBody>
      </p:sp>
      <p:pic>
        <p:nvPicPr>
          <p:cNvPr id="3" name="Picture 2" descr="final_grnw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60120"/>
            <a:ext cx="10881360" cy="53766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profit simple comparison</a:t>
            </a:r>
          </a:p>
        </p:txBody>
      </p:sp>
      <p:pic>
        <p:nvPicPr>
          <p:cNvPr id="3" name="Picture 2" descr="profit_simpl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60120"/>
            <a:ext cx="10881360" cy="53766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cap saturation rate comparison</a:t>
            </a:r>
          </a:p>
        </p:txBody>
      </p:sp>
      <p:pic>
        <p:nvPicPr>
          <p:cNvPr id="3" name="Picture 2" descr="cap_saturation_rat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60120"/>
            <a:ext cx="10881360" cy="53766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Microsoft YaHei"/>
              </a:rPr>
              <a:t>Method Sources and Project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000000"/>
                </a:solidFill>
                <a:latin typeface="Microsoft YaHei"/>
              </a:rPr>
              <a:t>Literature supports crop-management RL with process-based simulators and input-cost tradeoffs.</a:t>
            </a:r>
          </a:p>
          <a:p>
            <a:r>
              <a:rPr sz="1500">
                <a:solidFill>
                  <a:srgbClr val="000000"/>
                </a:solidFill>
                <a:latin typeface="Microsoft YaHei"/>
              </a:rPr>
              <a:t>This project's tested result is the sensitivity of the five-station all-year direct PPO baseline to four cost/cap settings.</a:t>
            </a:r>
          </a:p>
          <a:p>
            <a:r>
              <a:rPr sz="1500">
                <a:solidFill>
                  <a:srgbClr val="000000"/>
                </a:solidFill>
                <a:latin typeface="Microsoft YaHei"/>
              </a:rPr>
              <a:t>A scenario should be shown to the mentor only if it avoids cap saturation while maintaining reasonable TOPWT/GRNWT.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