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Reward Cost Revision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目标：解释为什么 current reward 会让 PPO 打满 cap，并测试带水氮成本项的 reward candidate。</a:t>
            </a:r>
          </a:p>
          <a:p>
            <a:pPr>
              <a:defRPr sz="1600">
                <a:latin typeface="Microsoft YaHei"/>
              </a:defRPr>
            </a:pPr>
            <a:r>
              <a:t>约束：只做 action-safe PPO；不改原始 reward；不做多 seed；不覆盖旧结果。</a:t>
            </a:r>
          </a:p>
          <a:p>
            <a:pPr>
              <a:defRPr sz="1600">
                <a:latin typeface="Microsoft YaHei"/>
              </a:defRPr>
            </a:pPr>
            <a:r>
              <a:t>HLA pilot：train 2011，eval 2011/2007/2009，cap=300 mm irrigation / 450 kg ha-1 N。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Current Reward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上一阶段 cap sensitivity 中，五站点所有 cap 均被打满。</a:t>
            </a:r>
          </a:p>
          <a:p>
            <a:pPr>
              <a:defRPr sz="1600">
                <a:latin typeface="Microsoft YaHei"/>
              </a:defRPr>
            </a:pPr>
            <a:r>
              <a:t>这说明安全上限只是外部阀门，reward 本身仍鼓励使用全部可用水氮。</a:t>
            </a:r>
          </a:p>
          <a:p>
            <a:pPr>
              <a:defRPr sz="1600">
                <a:latin typeface="Microsoft YaHei"/>
              </a:defRPr>
            </a:pPr>
            <a:r>
              <a:t>当前 reward 缺少默认季节总量成本、非线性超量惩罚和显式终局产量收益。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Reward Candidate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A：current reward + 线性灌溉/施氮成本。</a:t>
            </a:r>
          </a:p>
          <a:p>
            <a:pPr>
              <a:defRPr sz="1600">
                <a:latin typeface="Microsoft YaHei"/>
              </a:defRPr>
            </a:pPr>
            <a:r>
              <a:t>B：A + 超过 200 mm / 300 kg ha-1 后的二次惩罚。</a:t>
            </a:r>
          </a:p>
          <a:p>
            <a:pPr>
              <a:defRPr sz="1600">
                <a:latin typeface="Microsoft YaHei"/>
              </a:defRPr>
            </a:pPr>
            <a:r>
              <a:t>C：用日增籽粒产量代理 terminal yield benefit，再扣除水氮成本。</a:t>
            </a:r>
          </a:p>
          <a:p>
            <a:pPr>
              <a:defRPr sz="1600">
                <a:latin typeface="Microsoft YaHei"/>
              </a:defRPr>
            </a:pPr>
            <a:r>
              <a:t>注意：C1 是 debug 近似，因为 gym reward 回调没有显式 done 标志。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vs Input</a:t>
            </a:r>
          </a:p>
        </p:txBody>
      </p:sp>
      <p:pic>
        <p:nvPicPr>
          <p:cNvPr id="3" name="Picture 2" descr="reward_candidates_yield_v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6473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Saturation Ratio</a:t>
            </a:r>
          </a:p>
        </p:txBody>
      </p:sp>
      <p:pic>
        <p:nvPicPr>
          <p:cNvPr id="3" name="Picture 2" descr="reward_candidates_saturation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Reward vs Yield</a:t>
            </a:r>
          </a:p>
        </p:txBody>
      </p:sp>
      <p:pic>
        <p:nvPicPr>
          <p:cNvPr id="3" name="Picture 2" descr="reward_candidates_reward_vs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6473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通过初筛的 candidate：无</a:t>
            </a:r>
          </a:p>
          <a:p>
            <a:pPr>
              <a:defRPr sz="1600">
                <a:latin typeface="Microsoft YaHei"/>
              </a:defRPr>
            </a:pPr>
            <a:r>
              <a:t>推荐进入下一阶段：暂无</a:t>
            </a:r>
          </a:p>
          <a:p>
            <a:pPr>
              <a:defRPr sz="1600">
                <a:latin typeface="Microsoft YaHei"/>
              </a:defRPr>
            </a:pPr>
            <a:r>
              <a:t>如果推荐项在 SYA/LCA 也不打满 300/450 且产量损失可控，可以进入多 seed；否则继续调成本系数。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