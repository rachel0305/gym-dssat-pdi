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FQA/YCA two-year action-safe PPO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本阶段只训练 FQA 和 YCA。</a:t>
            </a:r>
          </a:p>
          <a:p>
            <a:pPr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两站均只有 2 个实测年份，因此标记为 limited_two_year_cross_validation。</a:t>
            </a:r>
          </a:p>
          <a:p>
            <a:pPr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不训练无 safety PPO，不修改 reward，不做多 seed，不覆盖 HLA/SYA/LCA 结果。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Two-year cross validation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FQA: 2008 -&gt; 2010, 2010 -&gt; 2008</a:t>
            </a:r>
          </a:p>
          <a:p>
            <a:pPr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YCA: 2014 -&gt; 2008, 2008 -&gt; 2014</a:t>
            </a:r>
          </a:p>
          <a:p>
            <a:pPr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每个模型训练前做 null_zero 和 fixed_low_input smoke check。</a:t>
            </a:r>
          </a:p>
          <a:p>
            <a:pPr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每个模型评估训练年和另一个验证年。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Evaluation and quality gate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14400"/>
          <a:ext cx="115214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station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policy_name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eval_year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final_grnwt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total_irrigation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total_n_fertilizer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quality_gate_pass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FQA_train2008_seed0_action_safe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7066.73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300.00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FQA_train2008_seed0_action_safe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2010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5834.45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200.00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300.00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FQA_train2010_seed0_action_safe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5834.70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300.00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FQA_train2010_seed0_action_safe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2008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7063.59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200.00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300.00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YCA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YCA_train2014_seed0_action_safe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9365.60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300.00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YCA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YCA_train2014_seed0_action_safe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2008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8133.53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200.00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300.00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YCA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YCA_train2008_seed0_action_safe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8132.17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300.00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YCA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YCA_train2008_seed0_action_safe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2014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9364.83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200.00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300.00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Action safety saturation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14400"/>
          <a:ext cx="115214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  <a:gridCol w="1920240"/>
                <a:gridCol w="1920240"/>
              </a:tblGrid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station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policy_name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eval_year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total_irrigation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total_n_fertilizer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num_safety_trigger_days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FQA_train2008_seed0_action_safe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300.00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105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FQA_train2008_seed0_action_safe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2010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200.00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300.00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100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FQA_train2010_seed0_action_safe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300.00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100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FQA_train2010_seed0_action_safe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2008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200.00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300.00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105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YCA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YCA_train2014_seed0_action_safe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300.00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109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YCA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YCA_train2014_seed0_action_safe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2008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200.00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300.00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111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YCA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YCA_train2008_seed0_action_safe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300.00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111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YCA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YCA_train2008_seed0_action_safe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2014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200.00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300.00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109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FQA/YCA best policies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14400"/>
          <a:ext cx="115214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80"/>
                <a:gridCol w="1440180"/>
                <a:gridCol w="1440180"/>
                <a:gridCol w="1440180"/>
                <a:gridCol w="1440180"/>
                <a:gridCol w="1440180"/>
                <a:gridCol w="1440180"/>
                <a:gridCol w="1440180"/>
              </a:tblGrid>
              <a:tr h="161544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station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best_policy_name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best_train_year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validation_years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mean_yield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mean_irrigation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mean_n_fertilizer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stability_score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</a:tr>
              <a:tr h="161544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FQA_train2010_seed0_action_safe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7063.59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300.00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0.500</a:t>
                      </a:r>
                    </a:p>
                  </a:txBody>
                  <a:tcPr/>
                </a:tc>
              </a:tr>
              <a:tr h="161544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YCA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YCA_train2008_seed0_action_safe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2008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2014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9364.83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200.00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300.00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0.500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Five-site best policy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14400"/>
          <a:ext cx="115214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80"/>
                <a:gridCol w="1440180"/>
                <a:gridCol w="1440180"/>
                <a:gridCol w="1440180"/>
                <a:gridCol w="1440180"/>
                <a:gridCol w="1440180"/>
                <a:gridCol w="1440180"/>
                <a:gridCol w="1440180"/>
              </a:tblGrid>
              <a:tr h="80772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station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best_policy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train_year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cross_validation_type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mean_yield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mean_irrigation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mean_n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limited_data_flag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FQA_train2010_seed0_action_safe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limited_two_year_cross_validation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7063.59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300.00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HLA_train2011_seed0_action_safe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2011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observed_year_leave_one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7321.97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200.00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300.00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LCA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LCA_train2010_seed0_action_safe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observed_year_leave_one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9040.48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300.00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SYA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SYA_train2012_seed0_action_safe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2012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observed_year_leave_one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10781.32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200.00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300.00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YCA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YCA_train2008_seed0_action_safe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limited_two_year_cross_validation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9364.83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300.00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Limitations and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FQA/YCA 的结果是 two-year 初步验证，不能等价于三类干湿年份稳定性分析。</a:t>
            </a:r>
          </a:p>
          <a:p>
            <a:pPr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如果所有 evaluation 都打满 200/300 上限，说明策略比较主要反映固定 season cap 下的时序差异。</a:t>
            </a:r>
          </a:p>
          <a:p>
            <a:pPr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下一步优先做 season cap 敏感性分析或 reward 成本项修正，然后再做多 seed 稳定性分析。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