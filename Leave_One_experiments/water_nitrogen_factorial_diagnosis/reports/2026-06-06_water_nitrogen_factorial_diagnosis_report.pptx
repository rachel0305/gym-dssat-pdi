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006_14 Water x Nitrogen Factorial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Purpose: diagnose whether observed-year yield response comes from water, nitrogen, or both before any further PPO or rainfall-scaling.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Completed fixed-treatment rows: 98.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Irrigation candidates: 1.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No ordinary PPO, no unconstrained PPO, and no rainfall-scaling were run in this stage.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latin typeface="Microsoft YaHei"/>
              </a:rPr>
              <a:t>Dominant Yield Driver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51560"/>
          <a:ext cx="115671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580"/>
                <a:gridCol w="5783580"/>
              </a:tblGrid>
              <a:tr h="265176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dominant_yield_driver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265176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latin typeface="Microsoft YaHei"/>
              </a:rPr>
              <a:t>Irrigation Screening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51560"/>
          <a:ext cx="115671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240"/>
                <a:gridCol w="1285240"/>
                <a:gridCol w="1285240"/>
                <a:gridCol w="1285240"/>
                <a:gridCol w="1285240"/>
                <a:gridCol w="1285240"/>
                <a:gridCol w="1285240"/>
                <a:gridCol w="1285240"/>
                <a:gridCol w="1285240"/>
              </a:tblGrid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year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has_water_stress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irrigation_reduces_swfac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irrigation_increases_yield_at_same_N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irrigation_increases_profit_default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irrigation_increases_profit_low_water_cost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irrigation_candidate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dominant_yield_driver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2009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2012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2015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nitrogen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latin typeface="Microsoft YaHei"/>
              </a:rPr>
              <a:t>Factorial Summary Preview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51560"/>
          <a:ext cx="115671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240"/>
                <a:gridCol w="1285240"/>
                <a:gridCol w="1285240"/>
                <a:gridCol w="1285240"/>
                <a:gridCol w="1285240"/>
                <a:gridCol w="1285240"/>
                <a:gridCol w="1285240"/>
                <a:gridCol w="1285240"/>
                <a:gridCol w="1285240"/>
              </a:tblGrid>
              <a:tr h="27913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year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treatment_id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final_grnwt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total_irrigation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total_n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profit_default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max_swfac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mean_nstres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2643.573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26.436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0.188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T2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6529.78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27.798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0.603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0.008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7238.678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-25.113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1940.761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19.408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0.193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5778.824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20.288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0.004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5844.783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120.0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-39.052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436.732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4.367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0.385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T2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6557.847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28.078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6448.514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-33.015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0.104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2009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239.126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2.391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0.362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7158.215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34.082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0.157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2009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6796.188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120.0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-29.538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0.163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197.715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1.977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0.38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2011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T2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6312.004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25.62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0.11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6227.872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-35.221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0.138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3095.623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30.956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0.228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8754.653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50.047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0.03</a:t>
                      </a:r>
                    </a:p>
                  </a:txBody>
                  <a:tcPr/>
                </a:tc>
              </a:tr>
              <a:tr h="279144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T5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8768.301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120.0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150.0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-9.817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  <a:latin typeface="Microsoft YaHei"/>
                        </a:rPr>
                        <a:t>0.033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Irrigation-responsive search executed: True.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If no candidate passed, observed-year irrigation is not yet a main optimization dimension.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Next step should be irrigation-specific expert search only for screened candidates, or nitrogen-management prior refinement if no candidate exists.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