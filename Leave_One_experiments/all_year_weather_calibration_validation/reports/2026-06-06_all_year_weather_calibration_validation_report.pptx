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006_15 All-Year Weather Scenario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Purpose: expand from observed-year-only to all available QC weather years before any further PPO.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No PPO training, no rainfall-scaling, no unrestricted PPO, and no my_data overwrite were performed.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2020-2023 are checked for cultivar calibration / validation, while all years are screened for swfac/nstres and irrigation response.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Available Weather Years by Station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67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720"/>
                <a:gridCol w="3855720"/>
                <a:gridCol w="385572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station_code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n_years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2000,2001,2002,2003,2004,2005,2006,2007,2008,2009,2010,2011,2012,2013,2014,2015,2016,2017,2018,2019,2020,2021,2022,2023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2000,2001,2002,2003,2004,2005,2006,2007,2008,2009,2010,2011,2012,2013,2014,2015,2016,2017,2018,2019,2020,2021,2022,2023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2000,2001,2002,2003,2004,2005,2006,2007,2008,2009,2010,2011,2012,2013,2014,2015,2016,2017,2018,2019,2020,2021,2022,2023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2001,2002,2003,2004,2005,2006,2007,2008,2009,2010,2011,2012,2013,2014,2015,2016,2017,2018,2019,2020,2021,2022,2023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2000,2001,2002,2003,2004,2005,2006,2007,2008,2009,2010,2011,2012,2013,2014,2015,2016,2017,2018,2019,2020,2021,2022,2023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2020-2023 Weather Availability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67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station_code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2021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2022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Scenario Pool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67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/>
                <a:gridCol w="1927860"/>
                <a:gridCol w="1927860"/>
                <a:gridCol w="1927860"/>
                <a:gridCol w="1927860"/>
                <a:gridCol w="1927860"/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station_code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water_stress_years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nitrogen_stress_years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irrigation_responsive_years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ppo_train_years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ppo_eval_years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YCA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Water Stress / Irrigation Response Years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15671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  <a:gridCol w="1445895"/>
                <a:gridCol w="1445895"/>
                <a:gridCol w="1445895"/>
                <a:gridCol w="1445895"/>
                <a:gridCol w="1445895"/>
                <a:gridCol w="1445895"/>
              </a:tblGrid>
              <a:tr h="311971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station_code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year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scenario_type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growing_season_rain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swfac_stress_days_gt_0p05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max_swfac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yield_gain_from_irrigation_at_same_N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profit_gain_from_irrigation_low_water_cost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436.643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-1.634</a:t>
                      </a:r>
                    </a:p>
                  </a:txBody>
                  <a:tcPr/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normal_year;water_stress_year;nitrogen_stress_year;irrigation_responsive_year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325.8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13.0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0.462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763.76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1.638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normal_year;water_stress_year;nitrogen_stress_year;irrigation_responsive_year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221.8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708.898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0.249</a:t>
                      </a:r>
                    </a:p>
                  </a:txBody>
                  <a:tcPr/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wet_year;water_stress_year;nitrogen_stress_year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1051.2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0.463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252.39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-3.921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299.6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222.659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-3.773</a:t>
                      </a:r>
                    </a:p>
                  </a:txBody>
                  <a:tcPr/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2016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normal_year;water_stress_year;nitrogen_stress_year;irrigation_responsive_year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262.8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22.0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0.581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2081.274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8.813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270.5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472.969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-1.27</a:t>
                      </a:r>
                    </a:p>
                  </a:txBody>
                  <a:tcPr/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348.2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0.557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-6.0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dry_year;water_stress_year;nitrogen_stress_year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425.672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-7.451</a:t>
                      </a:r>
                    </a:p>
                  </a:txBody>
                  <a:tcPr/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411.0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0.201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461.557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-1.384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389.9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270.614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-3.689</a:t>
                      </a:r>
                    </a:p>
                  </a:txBody>
                  <a:tcPr/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HLA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dry_year;water_stress_year;nitrogen_stress_year;irrigation_responsive_year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51.5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18.0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6383.542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51.835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LCA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dry_year;water_stress_year;nitrogen_stress_year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175.2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100.792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-5.677</a:t>
                      </a:r>
                    </a:p>
                  </a:txBody>
                  <a:tcPr/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332.0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9.0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0.594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598.743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-3.588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normal_year;water_stress_year;nitrogen_stress_year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331.8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922.98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-1.276</a:t>
                      </a:r>
                    </a:p>
                  </a:txBody>
                  <a:tcPr/>
                </a:tc>
              </a:tr>
              <a:tr h="311984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SYA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2017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dry_year;water_stress_year;nitrogen_stress_year;irrigation_responsive_year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301.7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13.0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0.818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1058.022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2.281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Growing Season Rain by Year</a:t>
            </a:r>
          </a:p>
        </p:txBody>
      </p:sp>
      <p:pic>
        <p:nvPicPr>
          <p:cNvPr id="3" name="Picture 2" descr="growing_season_rain_by_year_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10789920" cy="44140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SWFAC Stress Days</a:t>
            </a:r>
          </a:p>
        </p:txBody>
      </p:sp>
      <p:pic>
        <p:nvPicPr>
          <p:cNvPr id="3" name="Picture 2" descr="swfac_stress_days_by_year_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10789920" cy="44140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Irrigation Yield Gain at Same N</a:t>
            </a:r>
          </a:p>
        </p:txBody>
      </p:sp>
      <p:pic>
        <p:nvPicPr>
          <p:cNvPr id="3" name="Picture 2" descr="yield_gain_from_irrigation_by_year_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10789920" cy="44140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latin typeface="Microsoft YaHei"/>
              </a:rPr>
              <a:t>PPO Train/Eval Scenario Pool</a:t>
            </a:r>
          </a:p>
        </p:txBody>
      </p:sp>
      <p:pic>
        <p:nvPicPr>
          <p:cNvPr id="3" name="Picture 2" descr="ppo_train_eval_scenario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10789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Recommended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Recommended next prompt: 006_16_all_year_offline_schedule_search_and_imitation_prior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If enough water-stress / irrigation-responsive years exist, proceed to all-year offline schedule search before PPO.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Microsoft YaHei"/>
              </a:rPr>
              <a:t>If not, prioritize cultivar calibration and nitrogen-management focus.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