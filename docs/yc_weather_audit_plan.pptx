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aa5936a9a74d2d" /><Relationship Type="http://schemas.openxmlformats.org/officeDocument/2006/relationships/extended-properties" Target="/docProps/app.xml" Id="Ra7f0d568f856430e" /><Relationship Type="http://schemas.openxmlformats.org/officeDocument/2006/relationships/officeDocument" Target="/ppt/presentation.xml" Id="Rde26988c19364a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d6c9d4259148f0"/>
  </p:sldMasterIdLst>
  <p:notesMasterIdLst>
    <p:notesMasterId xmlns:r="http://schemas.openxmlformats.org/officeDocument/2006/relationships" r:id="R877023694a744c49"/>
  </p:notesMasterIdLst>
  <p:sldIdLst>
    <p:sldId xmlns:r="http://schemas.openxmlformats.org/officeDocument/2006/relationships" id="256" r:id="R04d76f7bb6164830"/>
    <p:sldId xmlns:r="http://schemas.openxmlformats.org/officeDocument/2006/relationships" id="257" r:id="Ree5a0bf4135644ca"/>
    <p:sldId xmlns:r="http://schemas.openxmlformats.org/officeDocument/2006/relationships" id="258" r:id="R39b5596dab434d9b"/>
    <p:sldId xmlns:r="http://schemas.openxmlformats.org/officeDocument/2006/relationships" id="259" r:id="R3571f5d4c3fd4611"/>
    <p:sldId xmlns:r="http://schemas.openxmlformats.org/officeDocument/2006/relationships" id="260" r:id="R11b12c4993ac4f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c95d30c9024e1d" /><Relationship Type="http://schemas.openxmlformats.org/officeDocument/2006/relationships/slideMaster" Target="/ppt/slideMasters/slideMaster1.xml" Id="R59d6c9d4259148f0" /><Relationship Type="http://schemas.openxmlformats.org/officeDocument/2006/relationships/notesMaster" Target="/ppt/notesMasters/notesMaster1.xml" Id="R877023694a744c49" /><Relationship Type="http://schemas.openxmlformats.org/officeDocument/2006/relationships/presProps" Target="/ppt/presProps.xml" Id="Rc285226e1b5e4b93" /><Relationship Type="http://schemas.openxmlformats.org/officeDocument/2006/relationships/tableStyles" Target="/ppt/tableStyles.xml" Id="Rd4938d2031cf47c5" /><Relationship Type="http://schemas.openxmlformats.org/officeDocument/2006/relationships/slide" Target="/ppt/slides/slide1.xml" Id="R04d76f7bb6164830" /><Relationship Type="http://schemas.openxmlformats.org/officeDocument/2006/relationships/slide" Target="/ppt/slides/slide2.xml" Id="Ree5a0bf4135644ca" /><Relationship Type="http://schemas.openxmlformats.org/officeDocument/2006/relationships/slide" Target="/ppt/slides/slide3.xml" Id="R39b5596dab434d9b" /><Relationship Type="http://schemas.openxmlformats.org/officeDocument/2006/relationships/slide" Target="/ppt/slides/slide4.xml" Id="R3571f5d4c3fd4611" /><Relationship Type="http://schemas.openxmlformats.org/officeDocument/2006/relationships/slide" Target="/ppt/slides/slide5.xml" Id="R11b12c4993ac4f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4992ec3e564d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308dcc0e87421d" /><Relationship Type="http://schemas.openxmlformats.org/officeDocument/2006/relationships/notesMaster" Target="/ppt/notesMasters/notesMaster1.xml" Id="R852a7c34941345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13694be1464978" /><Relationship Type="http://schemas.openxmlformats.org/officeDocument/2006/relationships/notesMaster" Target="/ppt/notesMasters/notesMaster1.xml" Id="R545ce9af2c614f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9fe46da9de493b" /><Relationship Type="http://schemas.openxmlformats.org/officeDocument/2006/relationships/notesMaster" Target="/ppt/notesMasters/notesMaster1.xml" Id="R85c44a5eedc148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4177aef96a49be" /><Relationship Type="http://schemas.openxmlformats.org/officeDocument/2006/relationships/notesMaster" Target="/ppt/notesMasters/notesMaster1.xml" Id="Rb67e43a2ca944f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97706920484b3a" /><Relationship Type="http://schemas.openxmlformats.org/officeDocument/2006/relationships/notesMaster" Target="/ppt/notesMasters/notesMaster1.xml" Id="R78615aadd6804a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docs/yc_weather_pipeline_audit.md and results/yc_weather_audit/yc_weather_reset_diagnostic.json.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installed gym_dssat_pdi version is 0.0.5. The DssatPdi signature supports random_weather and auxiliary_file_paths, but the current env_args disable random weather.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Command: docker exec -w /workspace nifty_taussig /opt/gym_dssat_pdi/bin/python scripts/diagnose_yc_weather.py --episodes 12 --gym-reset --gym-resets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risks affect interpretation and next-run design. They do not invalidate the current historical-weather PPO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seed-level reporting: yield, irrigation, fertilizer, WP_ET when replay evidence exists, PFP_N, violations, reward, timing summary, success seeds over total seeds.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6d4bff2ee4c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2ed171f4646e7" /><Relationship Type="http://schemas.openxmlformats.org/officeDocument/2006/relationships/slideLayout" Target="/ppt/slideLayouts/slideLayout1.xml" Id="Re63607c67f454e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3607c67f454e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e70a7c18f4fbc" /><Relationship Type="http://schemas.openxmlformats.org/officeDocument/2006/relationships/notesSlide" Target="/ppt/notesSlides/notesSlide1.xml" Id="R530661ea18c049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2c6ed5adf44a1" /><Relationship Type="http://schemas.openxmlformats.org/officeDocument/2006/relationships/notesSlide" Target="/ppt/notesSlides/notesSlide2.xml" Id="R45e63515a90343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cdc36c98649eb" /><Relationship Type="http://schemas.openxmlformats.org/officeDocument/2006/relationships/notesSlide" Target="/ppt/notesSlides/notesSlide3.xml" Id="R9935075356cd41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5c5353c8545ff" /><Relationship Type="http://schemas.openxmlformats.org/officeDocument/2006/relationships/notesSlide" Target="/ppt/notesSlides/notesSlide4.xml" Id="R409b28d2176e48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28894dc924e15" /><Relationship Type="http://schemas.openxmlformats.org/officeDocument/2006/relationships/notesSlide" Target="/ppt/notesSlides/notesSlide5.xml" Id="R7c87147e591a4f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74360-AA06-4275-89C5-4FC9A63D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YC Weather Pipeline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29DED-02C8-472A-9A3F-F4619DD8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Before weather-domain augmentation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3FEAB-D0D0-4DFF-81AD-3226EC4F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AFA5E-0AD6-4629-95C7-66E9A75E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Scope stays YC/YCA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4F691-C4EE-4369-91A6-3A1386B7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8B16B-9002-4C18-96BA-F4ADDA0C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No PPO algorithm, reward, action-space or network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09187-C9BC-4152-A8A4-FD5FEEF7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86BFF-5AA7-42DF-BF21-D2D1008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00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Goal: identify the current weather source and seed contract before any augmentation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AE1EE-691C-40F2-87B8-3378A424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YC weather audit | 1</a:t>
            </a:r>
          </a:p>
        </p:txBody>
      </p:sp>
    </p:spTree>
    <p:extLst>
      <p:ext uri="{BB962C8B-B14F-4D97-AF65-F5344CB8AC3E}">
        <p14:creationId xmlns:p14="http://schemas.microsoft.com/office/powerpoint/2010/main" val="13839829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1FC4D-5C72-4F64-9C5B-195799C8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Current YC Weather Mechanism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63AA8-4B48-4381-9A6E-9A57FE85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70D74-7145-4D8E-855C-7B43CBDE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B529E-2034-4F55-B86A-47241882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8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Training entry: src/055_yca_lowIC_site_transfer/run_055_00_yca_lowIC_expanded_action_maskableppo.py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C1AD9-1961-4BD9-B8F4-A9D68492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8B048-5FD9-44A0-B741-FDF152A5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Actual gym env_args set random_weather=false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87AD8-09F9-4F71-B6DF-2CBBF5D8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EDC69-0257-45E4-8938-1C41DBD9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Episode variation comes from sampling historical train years, not WGEN-generated weather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C5B14-B30F-4E62-8259-43ECE88D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AE2F7-F643-4D6F-BECD-CA2AC107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YC lowIC input directory contains historical CNYC year WTH files and no CLI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0DAD9-6326-4543-AB0C-A92174AA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YC weather audit | 2</a:t>
            </a:r>
          </a:p>
        </p:txBody>
      </p:sp>
    </p:spTree>
    <p:extLst>
      <p:ext uri="{BB962C8B-B14F-4D97-AF65-F5344CB8AC3E}">
        <p14:creationId xmlns:p14="http://schemas.microsoft.com/office/powerpoint/2010/main" val="15996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14D91-BA82-4C9D-A045-DD5869D2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Reset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0FE5C-496A-4591-B45F-C95D791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B59C0-E93F-43CA-A82A-BBA47ACA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Fixed seed 0 year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BA2EB-2759-44D2-9069-A48DC7C0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2012, 2010, 2009, 2006, 2007, 2004, 2004, 2004, 2005, 2012, 2010, 2013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F5CCA-C3E5-4D13-8BFB-3C0E64CC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5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Repeat with seed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B2DB0-8C59-4C77-B2CC-564500B5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The same sequence is reproduced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F40F6-168D-4895-9091-EBA5656B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Real gym reset probe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F4DC8-B62F-40B2-BE28-263FB85F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First three active_year values: 2012, 2010, 2009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D2E82-A2EC-469A-B53D-B4D1F2A8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YC weather audit | 3</a:t>
            </a:r>
          </a:p>
        </p:txBody>
      </p:sp>
    </p:spTree>
    <p:extLst>
      <p:ext uri="{BB962C8B-B14F-4D97-AF65-F5344CB8AC3E}">
        <p14:creationId xmlns:p14="http://schemas.microsoft.com/office/powerpoint/2010/main" val="974665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91577-BE51-406E-BB7D-13A30728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Audit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6E410-C478-4CCA-9723-95A877F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151EFF-8492-4557-929B-A21072CA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E7D0B-522C-440A-80B2-BCB5EB2C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859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0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random_weather defaults to true inside gym-DSSAT, so every project runner must record the explicit runtime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EECCA-F741-4B9D-8E54-3C07870E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D3FA2-6CC0-497B-9C88-8F4FB434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764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ppo_seed and weather-year sampling seed are currently coupled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B081F-ED96-43E5-B87A-99F28CB5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E0F4A-E238-4152-BBE3-A156CD97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67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No current YC CLI file means WGEN augmentation still needs a parameter-estimation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D0A9A-3314-44F5-9E78-2C190B81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CE9E8-7A98-41C5-A021-CDA30C35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Historical CLI files elsewhere in the repo do not prove current YC WGEN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071C4-EE63-4951-B9D6-6508C312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YC weather audit | 4</a:t>
            </a:r>
          </a:p>
        </p:txBody>
      </p:sp>
    </p:spTree>
    <p:extLst>
      <p:ext uri="{BB962C8B-B14F-4D97-AF65-F5344CB8AC3E}">
        <p14:creationId xmlns:p14="http://schemas.microsoft.com/office/powerpoint/2010/main" val="1254988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4A709-A97F-4D92-99EA-1E0F11E5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Next Fair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0FEC8-45BF-4DAD-A5F2-822A785D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9BB40-EF4F-43BC-9EA4-EF58083A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baseline_weather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EAD42-3AF3-4F1A-A066-E972AFC5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Current historical YC train-year WTH sampling, random_weather=false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57523-ECBC-4CBC-94F9-67DA97B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augmented_weather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3BD4F-2FED-49E9-880F-85672BA6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YC training-period weather augmentation with episode-level weather manifest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7499E-1BE7-4311-A4E2-55A9C754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Keep fixed across both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A3F73-9B4B-4398-857D-FDC72340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79E5A-3723-4BDF-B3D9-E2C17028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PPO, reward, observation, action grid, constraints, training steps and evaluation years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1DA11-BEE9-4F0D-A30A-4274A17E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4997C-03F4-4FD3-89BA-8F7D2424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Train weather parameters estimated only from train years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FAAFD-442F-40B1-A85B-7740E9A3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499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F73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708F8-AD03-40BC-8BD3-1695AEC0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Validation and test true weather remain independent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1F7BE-25C2-4BD9-9368-3DD499A8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YC weather audit | 5</a:t>
            </a:r>
          </a:p>
        </p:txBody>
      </p:sp>
    </p:spTree>
    <p:extLst>
      <p:ext uri="{BB962C8B-B14F-4D97-AF65-F5344CB8AC3E}">
        <p14:creationId xmlns:p14="http://schemas.microsoft.com/office/powerpoint/2010/main" val="454810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2026-09-22T05:14:56.8590000Z</dcterms:created>
  <dcterms:modified xsi:type="dcterms:W3CDTF">2026-09-22T05:14:56.8590000Z</dcterms:modified>
</coreProperties>
</file>