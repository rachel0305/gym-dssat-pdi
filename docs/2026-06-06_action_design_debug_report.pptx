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006_06 Action Design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目标：从每日连续动作转向低频/窗口化管理动作。</a:t>
            </a:r>
          </a:p>
          <a:p>
            <a:pPr>
              <a:defRPr sz="1500">
                <a:latin typeface="Microsoft YaHei"/>
              </a:defRPr>
            </a:pPr>
            <a:r>
              <a:t>约束：action-safe PPO；HLA 2011 pilot；不改原始 reward，不覆盖 006_03/04/05。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Why Change Action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每日连续动作让 PPO 每天都能请求水氮，action safety 最终会把持续正动作截断到季节 cap。</a:t>
            </a:r>
          </a:p>
          <a:p>
            <a:pPr>
              <a:defRPr sz="1500">
                <a:latin typeface="Microsoft YaHei"/>
              </a:defRPr>
            </a:pPr>
            <a:r>
              <a:t>这会让策略学成“每天要，直到 cap 用满”。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Implemented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Baseline：每日连续动作。</a:t>
            </a:r>
          </a:p>
          <a:p>
            <a:pPr>
              <a:defRPr sz="1500">
                <a:latin typeface="Microsoft YaHei"/>
              </a:defRPr>
            </a:pPr>
            <a:r>
              <a:t>A7/A10/A15：每 7/10/15 天决策一次。</a:t>
            </a:r>
          </a:p>
          <a:p>
            <a:pPr>
              <a:defRPr sz="1500">
                <a:latin typeface="Microsoft YaHei"/>
              </a:defRPr>
            </a:pPr>
            <a:r>
              <a:t>B：只允许物候窗口内水氮动作。</a:t>
            </a:r>
          </a:p>
          <a:p>
            <a:pPr>
              <a:defRPr sz="1500">
                <a:latin typeface="Microsoft YaHei"/>
              </a:defRPr>
            </a:pPr>
            <a:r>
              <a:t>A10+B：10 天决策与物候窗口叠加。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vs Input</a:t>
            </a:r>
          </a:p>
        </p:txBody>
      </p:sp>
      <p:pic>
        <p:nvPicPr>
          <p:cNvPr id="3" name="Picture 2" descr="action_design_yield_vs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Saturation Ratio</a:t>
            </a:r>
          </a:p>
        </p:txBody>
      </p:sp>
      <p:pic>
        <p:nvPicPr>
          <p:cNvPr id="3" name="Picture 2" descr="action_design_saturation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Yield Loss vs Input Reduction</a:t>
            </a:r>
          </a:p>
        </p:txBody>
      </p:sp>
      <p:pic>
        <p:nvPicPr>
          <p:cNvPr id="3" name="Picture 2" descr="action_design_yield_loss_vs_input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885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Filtered and Safety Days</a:t>
            </a:r>
          </a:p>
        </p:txBody>
      </p:sp>
      <p:pic>
        <p:nvPicPr>
          <p:cNvPr id="3" name="Picture 2" descr="action_design_filtered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SWFAC and NSTRES</a:t>
            </a:r>
          </a:p>
        </p:txBody>
      </p:sp>
      <p:pic>
        <p:nvPicPr>
          <p:cNvPr id="3" name="Picture 2" descr="action_design_swfac_ns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YaHe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Microsoft YaHei"/>
              </a:defRPr>
            </a:pPr>
            <a:r>
              <a:t>推荐 action design：None。</a:t>
            </a:r>
          </a:p>
          <a:p>
            <a:pPr>
              <a:defRPr sz="1500">
                <a:latin typeface="Microsoft YaHei"/>
              </a:defRPr>
            </a:pPr>
            <a:r>
              <a:t>如果 A/B 仍失败，下一步应转向 explicit seasonal budget action 或 scheduled discrete event actions。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