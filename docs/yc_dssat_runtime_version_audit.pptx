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>
              <a:gd name="adj" fmla="val 33333"/>
            </a:avLst>
          </a:prstGeom>
          <a:solidFill>
            <a:srgbClr val="168C88"/>
          </a:solidFill>
          <a:ln w="10160">
            <a:solidFill>
              <a:srgbClr val="16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003_06_02   /   RUNTIME · VERSION · CAPABILITY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132588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Gym-DSSAT runtime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仍待实时核验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303580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仓库记录支持 Docker/Linux 历史执行路径，但当前安装版本、DSSAT 本体与 WeatherMan 均无实时证据。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4160520"/>
            <a:ext cx="1060704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4160520"/>
            <a:ext cx="82296" cy="868680"/>
          </a:xfrm>
          <a:prstGeom prst="rect">
            <a:avLst>
              <a:gd name="adj" fmla="val 66667"/>
            </a:avLst>
          </a:prstGeom>
          <a:solidFill>
            <a:srgbClr val="D79A26"/>
          </a:solidFill>
          <a:ln w="10160">
            <a:solidFill>
              <a:srgbClr val="D79A2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35254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9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审计结论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428853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不要把依赖声明、旧运行记录或接口代码当成当前 runtime 已验证。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5669280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范围：仅项目内静态配置、源码和历史记录；未启动 DSSAT / WGEN / WeatherMan / PPO。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46920" y="6153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YC  /  2026-09-24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>
              <a:gd name="adj" fmla="val 50000"/>
            </a:avLst>
          </a:prstGeom>
          <a:solidFill>
            <a:srgbClr val="168C88"/>
          </a:solidFill>
          <a:ln w="10160">
            <a:solidFill>
              <a:srgbClr val="16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YC  /  DSSAT RUNTIME AUDIT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/  架构与版本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83112" cy="10973"/>
          </a:xfrm>
          <a:prstGeom prst="rect">
            <a:avLst>
              <a:gd name="adj" fmla="val 499991"/>
            </a:avLst>
          </a:prstGeom>
          <a:solidFill>
            <a:srgbClr val="D8E1DF"/>
          </a:solidFill>
          <a:ln w="10160">
            <a:solidFill>
              <a:srgbClr val="D8E1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003_06_02  ·  2026-09-24  ·  仅项目内证据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5288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历史调用链可追溯，当前实例不可确认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21208" y="11612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容器路径来自仓库记录；runtime 与包版本没有在本轮实时探测。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1856232"/>
            <a:ext cx="2084832" cy="987552"/>
          </a:xfrm>
          <a:prstGeom prst="rect">
            <a:avLst>
              <a:gd name="adj" fmla="val 5556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02082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35915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项目工作区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47188" y="2167128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807208" y="1856232"/>
            <a:ext cx="2084832" cy="987552"/>
          </a:xfrm>
          <a:prstGeom prst="rect">
            <a:avLst>
              <a:gd name="adj" fmla="val 5556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02082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Linux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16936" y="235915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`nifty_taussig`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24044" y="2167128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084064" y="1856232"/>
            <a:ext cx="2084832" cy="987552"/>
          </a:xfrm>
          <a:prstGeom prst="rect">
            <a:avLst>
              <a:gd name="adj" fmla="val 5556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02936" y="202082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93792" y="235915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`/opt/gym_dssat_pdi/bin/python`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00900" y="2167128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360920" y="1856232"/>
            <a:ext cx="2084832" cy="987552"/>
          </a:xfrm>
          <a:prstGeom prst="rect">
            <a:avLst>
              <a:gd name="adj" fmla="val 5556"/>
            </a:avLst>
          </a:prstGeom>
          <a:solidFill>
            <a:srgbClr val="FBF0D7"/>
          </a:solidFill>
          <a:ln w="10160">
            <a:solidFill>
              <a:srgbClr val="FBF0D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9792" y="202082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9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Gym-DSSAT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70648" y="235915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安装版本未知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77756" y="2167128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637776" y="1856232"/>
            <a:ext cx="2084832" cy="987552"/>
          </a:xfrm>
          <a:prstGeom prst="rect">
            <a:avLst>
              <a:gd name="adj" fmla="val 5556"/>
            </a:avLst>
          </a:prstGeom>
          <a:solidFill>
            <a:srgbClr val="F7E4E2"/>
          </a:solidFill>
          <a:ln w="10160">
            <a:solidFill>
              <a:srgbClr val="F7E4E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56648" y="202082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DSSAT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47504" y="235915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`run_dssat` 后端未知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证据中的版本差异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0352" y="3657600"/>
            <a:ext cx="3511296" cy="1408176"/>
          </a:xfrm>
          <a:prstGeom prst="rect">
            <a:avLst>
              <a:gd name="adj" fmla="val 3896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657600"/>
            <a:ext cx="3511296" cy="73152"/>
          </a:xfrm>
          <a:prstGeom prst="rect">
            <a:avLst>
              <a:gd name="adj" fmla="val 75000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3858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依赖声明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" y="4169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0.0.9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704088" y="46817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requirements.txt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06824" y="3657600"/>
            <a:ext cx="3511296" cy="1408176"/>
          </a:xfrm>
          <a:prstGeom prst="rect">
            <a:avLst>
              <a:gd name="adj" fmla="val 3896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06824" y="3657600"/>
            <a:ext cx="3511296" cy="73152"/>
          </a:xfrm>
          <a:prstGeom prst="rect">
            <a:avLst>
              <a:gd name="adj" fmla="val 75000"/>
            </a:avLst>
          </a:prstGeom>
          <a:solidFill>
            <a:srgbClr val="FBF0D7"/>
          </a:solidFill>
          <a:ln w="10160">
            <a:solidFill>
              <a:srgbClr val="FBF0D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3858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旧运行诊断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4169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79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0.0.5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4480560" y="46817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package_info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83296" y="3657600"/>
            <a:ext cx="3511296" cy="1408176"/>
          </a:xfrm>
          <a:prstGeom prst="rect">
            <a:avLst>
              <a:gd name="adj" fmla="val 3896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83296" y="3657600"/>
            <a:ext cx="3511296" cy="73152"/>
          </a:xfrm>
          <a:prstGeom prst="rect">
            <a:avLst>
              <a:gd name="adj" fmla="val 75000"/>
            </a:avLst>
          </a:prstGeom>
          <a:solidFill>
            <a:srgbClr val="F7E4E2"/>
          </a:solidFill>
          <a:ln w="10160">
            <a:solidFill>
              <a:srgbClr val="F7E4E2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57032" y="3858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当前安装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57032" y="4169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C9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</a:t>
            </a:r>
            <a:endParaRPr lang="en-US" sz="2500" dirty="0"/>
          </a:p>
        </p:txBody>
      </p:sp>
      <p:sp>
        <p:nvSpPr>
          <p:cNvPr id="44" name="Text 42"/>
          <p:cNvSpPr/>
          <p:nvPr/>
        </p:nvSpPr>
        <p:spPr>
          <a:xfrm>
            <a:off x="8257032" y="46817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 runtime 只读证据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54864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runtime_type：Docker/Linux（项目历史记录支持，当前状态未核验）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>
              <a:gd name="adj" fmla="val 50000"/>
            </a:avLst>
          </a:prstGeom>
          <a:solidFill>
            <a:srgbClr val="168C88"/>
          </a:solidFill>
          <a:ln w="10160">
            <a:solidFill>
              <a:srgbClr val="16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YC  /  DSSAT RUNTIME AUDIT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executable 与能力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83112" cy="10973"/>
          </a:xfrm>
          <a:prstGeom prst="rect">
            <a:avLst>
              <a:gd name="adj" fmla="val 499991"/>
            </a:avLst>
          </a:prstGeom>
          <a:solidFill>
            <a:srgbClr val="D8E1DF"/>
          </a:solidFill>
          <a:ln w="10160">
            <a:solidFill>
              <a:srgbClr val="D8E1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003_06_02  ·  2026-09-24  ·  仅项目内证据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5288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“读取已有 CLI”不等于“拟合新 CLI”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21208" y="11612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接口、配置与活动 runtime 三个证据层级分别呈现。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1737360"/>
            <a:ext cx="5413248" cy="3401568"/>
          </a:xfrm>
          <a:prstGeom prst="rect">
            <a:avLst>
              <a:gd name="adj" fmla="val 1613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737360"/>
            <a:ext cx="5413248" cy="73152"/>
          </a:xfrm>
          <a:prstGeom prst="rect">
            <a:avLst>
              <a:gd name="adj" fmla="val 75000"/>
            </a:avLst>
          </a:prstGeom>
          <a:solidFill>
            <a:srgbClr val="168C88"/>
          </a:solidFill>
          <a:ln w="10160">
            <a:solidFill>
              <a:srgbClr val="168C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99339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.CLI  →  WGEN 随机天气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86384" y="2523744"/>
            <a:ext cx="1188720" cy="283464"/>
          </a:xfrm>
          <a:prstGeom prst="roundRect">
            <a:avLst>
              <a:gd name="adj" fmla="val 19355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254203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接口可请求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21408" y="25511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`random_weather=True` → FileX `W` + `rseed1`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" y="3072384"/>
            <a:ext cx="1600200" cy="283464"/>
          </a:xfrm>
          <a:prstGeom prst="roundRect">
            <a:avLst>
              <a:gd name="adj" fmla="val 19355"/>
            </a:avLst>
          </a:prstGeom>
          <a:solidFill>
            <a:srgbClr val="FBF0D7"/>
          </a:solidFill>
          <a:ln w="10160">
            <a:solidFill>
              <a:srgbClr val="FBF0D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09067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9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YC 配置关闭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23744" y="309981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`random_weather=False`；未传入 `.CLI`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" y="3621024"/>
            <a:ext cx="1664208" cy="283464"/>
          </a:xfrm>
          <a:prstGeom prst="roundRect">
            <a:avLst>
              <a:gd name="adj" fmla="val 19355"/>
            </a:avLst>
          </a:prstGeom>
          <a:solidFill>
            <a:srgbClr val="F7E4E2"/>
          </a:solidFill>
          <a:ln w="10160">
            <a:solidFill>
              <a:srgbClr val="F7E4E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63931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runtime 未验证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78608" y="36484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WGEN 是否可用、是否解析目标站点 `.CLI`：未知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427939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launcher：`/opt/dssat_pdi/run_dssat`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 DSSAT executable / path：未知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DSSAT version：UNKNOWN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6208" y="1737360"/>
            <a:ext cx="5413248" cy="3401568"/>
          </a:xfrm>
          <a:prstGeom prst="rect">
            <a:avLst>
              <a:gd name="adj" fmla="val 1613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1737360"/>
            <a:ext cx="5413248" cy="73152"/>
          </a:xfrm>
          <a:prstGeom prst="rect">
            <a:avLst>
              <a:gd name="adj" fmla="val 75000"/>
            </a:avLst>
          </a:prstGeom>
          <a:solidFill>
            <a:srgbClr val="D79A26"/>
          </a:solidFill>
          <a:ln w="10160">
            <a:solidFill>
              <a:srgbClr val="D79A2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99339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历史日天气  →  新建 `.CLI`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92240" y="2523744"/>
            <a:ext cx="1463040" cy="283464"/>
          </a:xfrm>
          <a:prstGeom prst="roundRect">
            <a:avLst>
              <a:gd name="adj" fmla="val 19355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25420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wrapper 不拟合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29016" y="25511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只复制调用者显式提供的 auxiliary files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3072384"/>
            <a:ext cx="1353312" cy="283464"/>
          </a:xfrm>
          <a:prstGeom prst="roundRect">
            <a:avLst>
              <a:gd name="adj" fmla="val 19355"/>
            </a:avLst>
          </a:prstGeom>
          <a:solidFill>
            <a:srgbClr val="F7E4E2"/>
          </a:solidFill>
          <a:ln w="10160">
            <a:solidFill>
              <a:srgbClr val="F7E4E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09067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WeatherMan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37576" y="3044952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当前容器是否安装：UNKNOWN_DUE_TO_ACCESS_RESTRICTION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3675888"/>
            <a:ext cx="1353312" cy="283464"/>
          </a:xfrm>
          <a:prstGeom prst="roundRect">
            <a:avLst>
              <a:gd name="adj" fmla="val 19355"/>
            </a:avLst>
          </a:prstGeom>
          <a:solidFill>
            <a:srgbClr val="F7E4E2"/>
          </a:solidFill>
          <a:ln w="10160">
            <a:solidFill>
              <a:srgbClr val="F7E4E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36941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其他拟合工具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37576" y="3685032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未枚举；没有创建或猜测 `CNYC.CLI`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10528" y="438912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CNLC.CLI 只作为仓库格式样例；未复制参数、未用于 YC。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0352" y="5394960"/>
            <a:ext cx="11119104" cy="576072"/>
          </a:xfrm>
          <a:prstGeom prst="rect">
            <a:avLst>
              <a:gd name="adj" fmla="val 9524"/>
            </a:avLst>
          </a:prstGeom>
          <a:solidFill>
            <a:srgbClr val="35474D"/>
          </a:solidFill>
          <a:ln w="10160">
            <a:solidFill>
              <a:srgbClr val="35474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55504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8D4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WeatherMan status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77440" y="5532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UNKNOWN_DUE_TO_ACCESS_RESTRICTION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90688" y="55504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C9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 NOT_INSTALLED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>
              <a:gd name="adj" fmla="val 50000"/>
            </a:avLst>
          </a:prstGeom>
          <a:solidFill>
            <a:srgbClr val="168C88"/>
          </a:solidFill>
          <a:ln w="10160">
            <a:solidFill>
              <a:srgbClr val="16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YC  /  DSSAT RUNTIME AUDIT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blocker 与下一步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83112" cy="10973"/>
          </a:xfrm>
          <a:prstGeom prst="rect">
            <a:avLst>
              <a:gd name="adj" fmla="val 499991"/>
            </a:avLst>
          </a:prstGeom>
          <a:solidFill>
            <a:srgbClr val="D8E1DF"/>
          </a:solidFill>
          <a:ln w="10160">
            <a:solidFill>
              <a:srgbClr val="D8E1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003_06_02  ·  2026-09-24  ·  仅项目内证据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5288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先拿到只读 runtime 证据，再决定 CLI 路线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21208" y="11612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 blocker 是访问边界；不能把“没有检查”写成“没有安装”。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06424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783080"/>
            <a:ext cx="658368" cy="594360"/>
          </a:xfrm>
          <a:prstGeom prst="rect">
            <a:avLst>
              <a:gd name="adj" fmla="val 9231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93852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874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包与容器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188366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容器标识/镜像摘要；`pip show gym-dssat-pdi`；import 文件路径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532888"/>
            <a:ext cx="1106424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532888"/>
            <a:ext cx="658368" cy="594360"/>
          </a:xfrm>
          <a:prstGeom prst="rect">
            <a:avLst>
              <a:gd name="adj" fmla="val 9231"/>
            </a:avLst>
          </a:prstGeom>
          <a:solidFill>
            <a:srgbClr val="F7F9F8"/>
          </a:solidFill>
          <a:ln w="10160">
            <a:solidFill>
              <a:srgbClr val="F7F9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68833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6243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26334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`command -v run_dssat`；launcher 归属；最终 DSSAT executable 路径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282696"/>
            <a:ext cx="1106424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82696"/>
            <a:ext cx="658368" cy="594360"/>
          </a:xfrm>
          <a:prstGeom prst="rect">
            <a:avLst>
              <a:gd name="adj" fmla="val 9231"/>
            </a:avLst>
          </a:prstGeom>
          <a:solidFill>
            <a:srgbClr val="F7F9F8"/>
          </a:solidFill>
          <a:ln w="10160">
            <a:solidFill>
              <a:srgbClr val="F7F9F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43814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3741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版本证据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88920" y="3383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版本输出、安装元数据或既有模拟输出头；不为取证启动模拟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32504"/>
            <a:ext cx="1106424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032504"/>
            <a:ext cx="658368" cy="594360"/>
          </a:xfrm>
          <a:prstGeom prst="rect">
            <a:avLst>
              <a:gd name="adj" fmla="val 9231"/>
            </a:avLst>
          </a:prstGeom>
          <a:solidFill>
            <a:srgbClr val="F7F9F8"/>
          </a:solidFill>
          <a:ln w="10160">
            <a:solidFill>
              <a:srgbClr val="F7F9F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4187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17320" y="41239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天气工具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88920" y="41330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只查已知 runtime 应用目录；分别确认 WeatherMan、WGEN 与 CLI 拟合器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001768"/>
            <a:ext cx="11064240" cy="859536"/>
          </a:xfrm>
          <a:prstGeom prst="rect">
            <a:avLst>
              <a:gd name="adj" fmla="val 6383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52120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本轮不变更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57400" y="5193792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frozen weather candidate · CNYC.CLI · PPO · reward/action/observation · 其他站点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" y="6053328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下一阶段仅在获得授权/项目内证据后做 runtime 只读复核；然后才评估 train-only CLI 参数来源。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Research audit record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YC DSSAT Runtime Audit</dc:title>
  <dc:subject>YC DSSAT runtime/version/WGEN capability audit</dc:subject>
  <dc:creator>Codex</dc:creator>
  <cp:lastModifiedBy>Codex</cp:lastModifiedBy>
  <cp:revision>1</cp:revision>
  <dcterms:created xsi:type="dcterms:W3CDTF">2026-09-24T11:40:30Z</dcterms:created>
  <dcterms:modified xsi:type="dcterms:W3CDTF">2026-09-24T11:40:30Z</dcterms:modified>
</cp:coreProperties>
</file>