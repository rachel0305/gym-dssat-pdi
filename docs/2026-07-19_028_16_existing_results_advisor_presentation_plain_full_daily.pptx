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734945212e42db" /><Relationship Type="http://schemas.openxmlformats.org/officeDocument/2006/relationships/extended-properties" Target="/docProps/app.xml" Id="Rd26bb6b4922d450b" /><Relationship Type="http://schemas.openxmlformats.org/officeDocument/2006/relationships/officeDocument" Target="/ppt/presentation.xml" Id="R1a991dd788b346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18256c07fb4194"/>
  </p:sldMasterIdLst>
  <p:notesMasterIdLst>
    <p:notesMasterId xmlns:r="http://schemas.openxmlformats.org/officeDocument/2006/relationships" r:id="R7cebae2c3bb14675"/>
  </p:notesMasterIdLst>
  <p:sldIdLst>
    <p:sldId xmlns:r="http://schemas.openxmlformats.org/officeDocument/2006/relationships" id="256" r:id="R8615b88bc2484d07"/>
    <p:sldId xmlns:r="http://schemas.openxmlformats.org/officeDocument/2006/relationships" id="257" r:id="Rba5f244337564d9e"/>
    <p:sldId xmlns:r="http://schemas.openxmlformats.org/officeDocument/2006/relationships" id="258" r:id="R0a4a02ae59f54d40"/>
    <p:sldId xmlns:r="http://schemas.openxmlformats.org/officeDocument/2006/relationships" id="259" r:id="R08087f27d93f4940"/>
    <p:sldId xmlns:r="http://schemas.openxmlformats.org/officeDocument/2006/relationships" id="260" r:id="R7a28461ab8054693"/>
    <p:sldId xmlns:r="http://schemas.openxmlformats.org/officeDocument/2006/relationships" id="261" r:id="R121347d8c6f941d0"/>
    <p:sldId xmlns:r="http://schemas.openxmlformats.org/officeDocument/2006/relationships" id="262" r:id="R0d5f05a32e174164"/>
    <p:sldId xmlns:r="http://schemas.openxmlformats.org/officeDocument/2006/relationships" id="263" r:id="R9300f2da5425415e"/>
    <p:sldId xmlns:r="http://schemas.openxmlformats.org/officeDocument/2006/relationships" id="264" r:id="Ra0a7d88fadca4f05"/>
    <p:sldId xmlns:r="http://schemas.openxmlformats.org/officeDocument/2006/relationships" id="265" r:id="R3b76e38ab9744c3e"/>
    <p:sldId xmlns:r="http://schemas.openxmlformats.org/officeDocument/2006/relationships" id="266" r:id="R757bdefbf3ae4dec"/>
    <p:sldId xmlns:r="http://schemas.openxmlformats.org/officeDocument/2006/relationships" id="267" r:id="R1a6ed7f0013e44c6"/>
    <p:sldId xmlns:r="http://schemas.openxmlformats.org/officeDocument/2006/relationships" id="268" r:id="R5928fa07e9eb4f18"/>
    <p:sldId xmlns:r="http://schemas.openxmlformats.org/officeDocument/2006/relationships" id="269" r:id="Ra687cebbde7a4d05"/>
    <p:sldId xmlns:r="http://schemas.openxmlformats.org/officeDocument/2006/relationships" id="270" r:id="Rf4f3c6afea5c4892"/>
    <p:sldId xmlns:r="http://schemas.openxmlformats.org/officeDocument/2006/relationships" id="271" r:id="Rf0f2fb9e8f654651"/>
    <p:sldId xmlns:r="http://schemas.openxmlformats.org/officeDocument/2006/relationships" id="272" r:id="Rc68ad7b084c1477b"/>
    <p:sldId xmlns:r="http://schemas.openxmlformats.org/officeDocument/2006/relationships" id="273" r:id="R2bb53b1751b24cf7"/>
    <p:sldId xmlns:r="http://schemas.openxmlformats.org/officeDocument/2006/relationships" id="274" r:id="R7460fc1a7f8b493e"/>
    <p:sldId xmlns:r="http://schemas.openxmlformats.org/officeDocument/2006/relationships" id="275" r:id="R0d05a30ed5f14133"/>
    <p:sldId xmlns:r="http://schemas.openxmlformats.org/officeDocument/2006/relationships" id="276" r:id="Rdfbf48a5b260412a"/>
    <p:sldId xmlns:r="http://schemas.openxmlformats.org/officeDocument/2006/relationships" id="277" r:id="Reecbf189eb3c4333"/>
    <p:sldId xmlns:r="http://schemas.openxmlformats.org/officeDocument/2006/relationships" id="278" r:id="R22bc9c77fc9d4ff7"/>
    <p:sldId xmlns:r="http://schemas.openxmlformats.org/officeDocument/2006/relationships" id="279" r:id="Re2f44c095abf4bb8"/>
    <p:sldId xmlns:r="http://schemas.openxmlformats.org/officeDocument/2006/relationships" id="280" r:id="R7633c31b27df4101"/>
    <p:sldId xmlns:r="http://schemas.openxmlformats.org/officeDocument/2006/relationships" id="281" r:id="R8604332db5714922"/>
    <p:sldId xmlns:r="http://schemas.openxmlformats.org/officeDocument/2006/relationships" id="282" r:id="Rf639552a11994681"/>
    <p:sldId xmlns:r="http://schemas.openxmlformats.org/officeDocument/2006/relationships" id="283" r:id="R431cc5c3cc6b4cbf"/>
    <p:sldId xmlns:r="http://schemas.openxmlformats.org/officeDocument/2006/relationships" id="284" r:id="Rb239670a6a7e49b1"/>
    <p:sldId xmlns:r="http://schemas.openxmlformats.org/officeDocument/2006/relationships" id="285" r:id="R603cac9f04c9482a"/>
    <p:sldId xmlns:r="http://schemas.openxmlformats.org/officeDocument/2006/relationships" id="286" r:id="R7a6ea14835b04e6a"/>
    <p:sldId xmlns:r="http://schemas.openxmlformats.org/officeDocument/2006/relationships" id="287" r:id="R55ccdca3c0f74de3"/>
    <p:sldId xmlns:r="http://schemas.openxmlformats.org/officeDocument/2006/relationships" id="288" r:id="Ra31c8c61705441e3"/>
    <p:sldId xmlns:r="http://schemas.openxmlformats.org/officeDocument/2006/relationships" id="289" r:id="R5d9afcccbe624753"/>
    <p:sldId xmlns:r="http://schemas.openxmlformats.org/officeDocument/2006/relationships" id="290" r:id="R85c422ae98de45df"/>
    <p:sldId xmlns:r="http://schemas.openxmlformats.org/officeDocument/2006/relationships" id="291" r:id="R6edba10ee2fa41f0"/>
    <p:sldId xmlns:r="http://schemas.openxmlformats.org/officeDocument/2006/relationships" id="292" r:id="R6e3f8326dfad4718"/>
    <p:sldId xmlns:r="http://schemas.openxmlformats.org/officeDocument/2006/relationships" id="293" r:id="Rd31ef1fbc0924df7"/>
    <p:sldId xmlns:r="http://schemas.openxmlformats.org/officeDocument/2006/relationships" id="294" r:id="Rd5a7c558d4b043de"/>
    <p:sldId xmlns:r="http://schemas.openxmlformats.org/officeDocument/2006/relationships" id="295" r:id="Ra86970fe968d4e22"/>
    <p:sldId xmlns:r="http://schemas.openxmlformats.org/officeDocument/2006/relationships" id="296" r:id="R5f95de77b3524c3f"/>
    <p:sldId xmlns:r="http://schemas.openxmlformats.org/officeDocument/2006/relationships" id="297" r:id="Rfaa9ac3855fb409e"/>
    <p:sldId xmlns:r="http://schemas.openxmlformats.org/officeDocument/2006/relationships" id="298" r:id="R0e720650a4eb4129"/>
    <p:sldId xmlns:r="http://schemas.openxmlformats.org/officeDocument/2006/relationships" id="299" r:id="R32ee5efebfe942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78a15e19a4c48d2" /><Relationship Type="http://schemas.openxmlformats.org/officeDocument/2006/relationships/slideMaster" Target="/ppt/slideMasters/slideMaster1.xml" Id="Ra218256c07fb4194" /><Relationship Type="http://schemas.openxmlformats.org/officeDocument/2006/relationships/notesMaster" Target="/ppt/notesMasters/notesMaster1.xml" Id="R7cebae2c3bb14675" /><Relationship Type="http://schemas.openxmlformats.org/officeDocument/2006/relationships/presProps" Target="/ppt/presProps.xml" Id="R91f17b420d434446" /><Relationship Type="http://schemas.openxmlformats.org/officeDocument/2006/relationships/tableStyles" Target="/ppt/tableStyles.xml" Id="Rbd539447b3b1467a" /><Relationship Type="http://schemas.openxmlformats.org/officeDocument/2006/relationships/slide" Target="/ppt/slides/slide1.xml" Id="R8615b88bc2484d07" /><Relationship Type="http://schemas.openxmlformats.org/officeDocument/2006/relationships/slide" Target="/ppt/slides/slide2.xml" Id="Rba5f244337564d9e" /><Relationship Type="http://schemas.openxmlformats.org/officeDocument/2006/relationships/slide" Target="/ppt/slides/slide3.xml" Id="R0a4a02ae59f54d40" /><Relationship Type="http://schemas.openxmlformats.org/officeDocument/2006/relationships/slide" Target="/ppt/slides/slide4.xml" Id="R08087f27d93f4940" /><Relationship Type="http://schemas.openxmlformats.org/officeDocument/2006/relationships/slide" Target="/ppt/slides/slide5.xml" Id="R7a28461ab8054693" /><Relationship Type="http://schemas.openxmlformats.org/officeDocument/2006/relationships/slide" Target="/ppt/slides/slide6.xml" Id="R121347d8c6f941d0" /><Relationship Type="http://schemas.openxmlformats.org/officeDocument/2006/relationships/slide" Target="/ppt/slides/slide7.xml" Id="R0d5f05a32e174164" /><Relationship Type="http://schemas.openxmlformats.org/officeDocument/2006/relationships/slide" Target="/ppt/slides/slide8.xml" Id="R9300f2da5425415e" /><Relationship Type="http://schemas.openxmlformats.org/officeDocument/2006/relationships/slide" Target="/ppt/slides/slide9.xml" Id="Ra0a7d88fadca4f05" /><Relationship Type="http://schemas.openxmlformats.org/officeDocument/2006/relationships/slide" Target="/ppt/slides/slide10.xml" Id="R3b76e38ab9744c3e" /><Relationship Type="http://schemas.openxmlformats.org/officeDocument/2006/relationships/slide" Target="/ppt/slides/slide11.xml" Id="R757bdefbf3ae4dec" /><Relationship Type="http://schemas.openxmlformats.org/officeDocument/2006/relationships/slide" Target="/ppt/slides/slide12.xml" Id="R1a6ed7f0013e44c6" /><Relationship Type="http://schemas.openxmlformats.org/officeDocument/2006/relationships/slide" Target="/ppt/slides/slide13.xml" Id="R5928fa07e9eb4f18" /><Relationship Type="http://schemas.openxmlformats.org/officeDocument/2006/relationships/slide" Target="/ppt/slides/slide14.xml" Id="Ra687cebbde7a4d05" /><Relationship Type="http://schemas.openxmlformats.org/officeDocument/2006/relationships/slide" Target="/ppt/slides/slide15.xml" Id="Rf4f3c6afea5c4892" /><Relationship Type="http://schemas.openxmlformats.org/officeDocument/2006/relationships/slide" Target="/ppt/slides/slide16.xml" Id="Rf0f2fb9e8f654651" /><Relationship Type="http://schemas.openxmlformats.org/officeDocument/2006/relationships/slide" Target="/ppt/slides/slide17.xml" Id="Rc68ad7b084c1477b" /><Relationship Type="http://schemas.openxmlformats.org/officeDocument/2006/relationships/slide" Target="/ppt/slides/slide18.xml" Id="R2bb53b1751b24cf7" /><Relationship Type="http://schemas.openxmlformats.org/officeDocument/2006/relationships/slide" Target="/ppt/slides/slide19.xml" Id="R7460fc1a7f8b493e" /><Relationship Type="http://schemas.openxmlformats.org/officeDocument/2006/relationships/slide" Target="/ppt/slides/slide20.xml" Id="R0d05a30ed5f14133" /><Relationship Type="http://schemas.openxmlformats.org/officeDocument/2006/relationships/slide" Target="/ppt/slides/slide21.xml" Id="Rdfbf48a5b260412a" /><Relationship Type="http://schemas.openxmlformats.org/officeDocument/2006/relationships/slide" Target="/ppt/slides/slide22.xml" Id="Reecbf189eb3c4333" /><Relationship Type="http://schemas.openxmlformats.org/officeDocument/2006/relationships/slide" Target="/ppt/slides/slide23.xml" Id="R22bc9c77fc9d4ff7" /><Relationship Type="http://schemas.openxmlformats.org/officeDocument/2006/relationships/slide" Target="/ppt/slides/slide24.xml" Id="Re2f44c095abf4bb8" /><Relationship Type="http://schemas.openxmlformats.org/officeDocument/2006/relationships/slide" Target="/ppt/slides/slide25.xml" Id="R7633c31b27df4101" /><Relationship Type="http://schemas.openxmlformats.org/officeDocument/2006/relationships/slide" Target="/ppt/slides/slide26.xml" Id="R8604332db5714922" /><Relationship Type="http://schemas.openxmlformats.org/officeDocument/2006/relationships/slide" Target="/ppt/slides/slide27.xml" Id="Rf639552a11994681" /><Relationship Type="http://schemas.openxmlformats.org/officeDocument/2006/relationships/slide" Target="/ppt/slides/slide28.xml" Id="R431cc5c3cc6b4cbf" /><Relationship Type="http://schemas.openxmlformats.org/officeDocument/2006/relationships/slide" Target="/ppt/slides/slide29.xml" Id="Rb239670a6a7e49b1" /><Relationship Type="http://schemas.openxmlformats.org/officeDocument/2006/relationships/slide" Target="/ppt/slides/slide30.xml" Id="R603cac9f04c9482a" /><Relationship Type="http://schemas.openxmlformats.org/officeDocument/2006/relationships/slide" Target="/ppt/slides/slide31.xml" Id="R7a6ea14835b04e6a" /><Relationship Type="http://schemas.openxmlformats.org/officeDocument/2006/relationships/slide" Target="/ppt/slides/slide32.xml" Id="R55ccdca3c0f74de3" /><Relationship Type="http://schemas.openxmlformats.org/officeDocument/2006/relationships/slide" Target="/ppt/slides/slide33.xml" Id="Ra31c8c61705441e3" /><Relationship Type="http://schemas.openxmlformats.org/officeDocument/2006/relationships/slide" Target="/ppt/slides/slide34.xml" Id="R5d9afcccbe624753" /><Relationship Type="http://schemas.openxmlformats.org/officeDocument/2006/relationships/slide" Target="/ppt/slides/slide35.xml" Id="R85c422ae98de45df" /><Relationship Type="http://schemas.openxmlformats.org/officeDocument/2006/relationships/slide" Target="/ppt/slides/slide36.xml" Id="R6edba10ee2fa41f0" /><Relationship Type="http://schemas.openxmlformats.org/officeDocument/2006/relationships/slide" Target="/ppt/slides/slide37.xml" Id="R6e3f8326dfad4718" /><Relationship Type="http://schemas.openxmlformats.org/officeDocument/2006/relationships/slide" Target="/ppt/slides/slide38.xml" Id="Rd31ef1fbc0924df7" /><Relationship Type="http://schemas.openxmlformats.org/officeDocument/2006/relationships/slide" Target="/ppt/slides/slide39.xml" Id="Rd5a7c558d4b043de" /><Relationship Type="http://schemas.openxmlformats.org/officeDocument/2006/relationships/slide" Target="/ppt/slides/slide40.xml" Id="Ra86970fe968d4e22" /><Relationship Type="http://schemas.openxmlformats.org/officeDocument/2006/relationships/slide" Target="/ppt/slides/slide41.xml" Id="R5f95de77b3524c3f" /><Relationship Type="http://schemas.openxmlformats.org/officeDocument/2006/relationships/slide" Target="/ppt/slides/slide42.xml" Id="Rfaa9ac3855fb409e" /><Relationship Type="http://schemas.openxmlformats.org/officeDocument/2006/relationships/slide" Target="/ppt/slides/slide43.xml" Id="R0e720650a4eb4129" /><Relationship Type="http://schemas.openxmlformats.org/officeDocument/2006/relationships/slide" Target="/ppt/slides/slide44.xml" Id="R32ee5efebfe942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33021499af45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eb0c7ab3dc743d9" /><Relationship Type="http://schemas.openxmlformats.org/officeDocument/2006/relationships/notesMaster" Target="/ppt/notesMasters/notesMaster1.xml" Id="R84af29c0b05c4f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466fa6ab1843c8" /><Relationship Type="http://schemas.openxmlformats.org/officeDocument/2006/relationships/notesMaster" Target="/ppt/notesMasters/notesMaster1.xml" Id="Rae442dd76f8f43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f776b6bcef4f09" /><Relationship Type="http://schemas.openxmlformats.org/officeDocument/2006/relationships/notesMaster" Target="/ppt/notesMasters/notesMaster1.xml" Id="R5b9ed9ec331749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705b681e2b4abf" /><Relationship Type="http://schemas.openxmlformats.org/officeDocument/2006/relationships/notesMaster" Target="/ppt/notesMasters/notesMaster1.xml" Id="R597962e2db4f40a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2ea2168d1564c43" /><Relationship Type="http://schemas.openxmlformats.org/officeDocument/2006/relationships/notesMaster" Target="/ppt/notesMasters/notesMaster1.xml" Id="Radcca4c7fd414d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d4814dfc674032" /><Relationship Type="http://schemas.openxmlformats.org/officeDocument/2006/relationships/notesMaster" Target="/ppt/notesMasters/notesMaster1.xml" Id="R5ec5ba414bc34c9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c196ad038545aa" /><Relationship Type="http://schemas.openxmlformats.org/officeDocument/2006/relationships/notesMaster" Target="/ppt/notesMasters/notesMaster1.xml" Id="R550e2f0715444a7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f87fca0fdf2488c" /><Relationship Type="http://schemas.openxmlformats.org/officeDocument/2006/relationships/notesMaster" Target="/ppt/notesMasters/notesMaster1.xml" Id="R7137796badbe4e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eaead57ea54d0e" /><Relationship Type="http://schemas.openxmlformats.org/officeDocument/2006/relationships/notesMaster" Target="/ppt/notesMasters/notesMaster1.xml" Id="R8b731b7196e441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e92c1d115c4f8b" /><Relationship Type="http://schemas.openxmlformats.org/officeDocument/2006/relationships/notesMaster" Target="/ppt/notesMasters/notesMaster1.xml" Id="R5b7ab934504d43b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55a97d9ac364e3d" /><Relationship Type="http://schemas.openxmlformats.org/officeDocument/2006/relationships/notesMaster" Target="/ppt/notesMasters/notesMaster1.xml" Id="R1d427731b21c49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71e62a8effd45b0" /><Relationship Type="http://schemas.openxmlformats.org/officeDocument/2006/relationships/notesMaster" Target="/ppt/notesMasters/notesMaster1.xml" Id="R0d95cc50de68415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d56a612bab4443" /><Relationship Type="http://schemas.openxmlformats.org/officeDocument/2006/relationships/notesMaster" Target="/ppt/notesMasters/notesMaster1.xml" Id="R715ae7db490c4b9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89cd6a2289e4faf" /><Relationship Type="http://schemas.openxmlformats.org/officeDocument/2006/relationships/notesMaster" Target="/ppt/notesMasters/notesMaster1.xml" Id="Ra95b5299fa0542a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f6ba618ddf40fd" /><Relationship Type="http://schemas.openxmlformats.org/officeDocument/2006/relationships/notesMaster" Target="/ppt/notesMasters/notesMaster1.xml" Id="R82697b098996495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e55e8f4d02455e" /><Relationship Type="http://schemas.openxmlformats.org/officeDocument/2006/relationships/notesMaster" Target="/ppt/notesMasters/notesMaster1.xml" Id="R9b1d19c912dc43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059feb9ebdb4ccc" /><Relationship Type="http://schemas.openxmlformats.org/officeDocument/2006/relationships/notesMaster" Target="/ppt/notesMasters/notesMaster1.xml" Id="Rb524a0dcdb8747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c4188724134781" /><Relationship Type="http://schemas.openxmlformats.org/officeDocument/2006/relationships/notesMaster" Target="/ppt/notesMasters/notesMaster1.xml" Id="Radbd2b7cfd214a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b10b3aa50db48af" /><Relationship Type="http://schemas.openxmlformats.org/officeDocument/2006/relationships/notesMaster" Target="/ppt/notesMasters/notesMaster1.xml" Id="R9c46e4fc485747f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ba62480bbf14a8f" /><Relationship Type="http://schemas.openxmlformats.org/officeDocument/2006/relationships/notesMaster" Target="/ppt/notesMasters/notesMaster1.xml" Id="R252dbaf1c07a421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c885c20b5fe4d7e" /><Relationship Type="http://schemas.openxmlformats.org/officeDocument/2006/relationships/notesMaster" Target="/ppt/notesMasters/notesMaster1.xml" Id="Rfa12f8d2618f4f4c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32a189abb6f4328" /><Relationship Type="http://schemas.openxmlformats.org/officeDocument/2006/relationships/notesMaster" Target="/ppt/notesMasters/notesMaster1.xml" Id="R82ba6035c132497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ffc23d8100542da" /><Relationship Type="http://schemas.openxmlformats.org/officeDocument/2006/relationships/notesMaster" Target="/ppt/notesMasters/notesMaster1.xml" Id="Ra20bbfaf8cb24b3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56bf81c8d0144b8" /><Relationship Type="http://schemas.openxmlformats.org/officeDocument/2006/relationships/notesMaster" Target="/ppt/notesMasters/notesMaster1.xml" Id="Rfdaf6739b26e472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2e42556a0f94ce9" /><Relationship Type="http://schemas.openxmlformats.org/officeDocument/2006/relationships/notesMaster" Target="/ppt/notesMasters/notesMaster1.xml" Id="Ra52012f2ad02424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3ede3c545964296" /><Relationship Type="http://schemas.openxmlformats.org/officeDocument/2006/relationships/notesMaster" Target="/ppt/notesMasters/notesMaster1.xml" Id="Ra031cc3a956c4d30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27f1229b5514299" /><Relationship Type="http://schemas.openxmlformats.org/officeDocument/2006/relationships/notesMaster" Target="/ppt/notesMasters/notesMaster1.xml" Id="R88b998b1fcbe461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b7a3ab24014425f" /><Relationship Type="http://schemas.openxmlformats.org/officeDocument/2006/relationships/notesMaster" Target="/ppt/notesMasters/notesMaster1.xml" Id="Rb3dcb5684edd44b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5278c90003f422d" /><Relationship Type="http://schemas.openxmlformats.org/officeDocument/2006/relationships/notesMaster" Target="/ppt/notesMasters/notesMaster1.xml" Id="R537adbe13c174649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8d7522ad8d64a10" /><Relationship Type="http://schemas.openxmlformats.org/officeDocument/2006/relationships/notesMaster" Target="/ppt/notesMasters/notesMaster1.xml" Id="R67d4b71a138447b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249afe25f6341ff" /><Relationship Type="http://schemas.openxmlformats.org/officeDocument/2006/relationships/notesMaster" Target="/ppt/notesMasters/notesMaster1.xml" Id="Rf51ce2993ae645c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a43643e514e4a18" /><Relationship Type="http://schemas.openxmlformats.org/officeDocument/2006/relationships/notesMaster" Target="/ppt/notesMasters/notesMaster1.xml" Id="R1f678f98c9724f9c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4e7dc8f1d2c45aa" /><Relationship Type="http://schemas.openxmlformats.org/officeDocument/2006/relationships/notesMaster" Target="/ppt/notesMasters/notesMaster1.xml" Id="R679ee59e577c4c62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09d5da2b9b3e43e6" /><Relationship Type="http://schemas.openxmlformats.org/officeDocument/2006/relationships/notesMaster" Target="/ppt/notesMasters/notesMaster1.xml" Id="Re92a820363d443a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9497c3666df4319" /><Relationship Type="http://schemas.openxmlformats.org/officeDocument/2006/relationships/notesMaster" Target="/ppt/notesMasters/notesMaster1.xml" Id="Rcfccc5d0d0ad48f4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8e55f1867774358" /><Relationship Type="http://schemas.openxmlformats.org/officeDocument/2006/relationships/notesMaster" Target="/ppt/notesMasters/notesMaster1.xml" Id="R51e0dc9ec60d4ad4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395bbad32914811" /><Relationship Type="http://schemas.openxmlformats.org/officeDocument/2006/relationships/notesMaster" Target="/ppt/notesMasters/notesMaster1.xml" Id="R5a5c3fd1374247b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01aedbdf1d82465f" /><Relationship Type="http://schemas.openxmlformats.org/officeDocument/2006/relationships/notesMaster" Target="/ppt/notesMasters/notesMaster1.xml" Id="Rfc68988112434a61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b54d320d85a4ab1" /><Relationship Type="http://schemas.openxmlformats.org/officeDocument/2006/relationships/notesMaster" Target="/ppt/notesMasters/notesMaster1.xml" Id="Red422b49baa84ba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88422784cb974649" /><Relationship Type="http://schemas.openxmlformats.org/officeDocument/2006/relationships/notesMaster" Target="/ppt/notesMasters/notesMaster1.xml" Id="R5d03c84aa40343a4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8c0163c77624bb9" /><Relationship Type="http://schemas.openxmlformats.org/officeDocument/2006/relationships/notesMaster" Target="/ppt/notesMasters/notesMaster1.xml" Id="Rdf59b9881c76477e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f3335f3bb394898" /><Relationship Type="http://schemas.openxmlformats.org/officeDocument/2006/relationships/notesMaster" Target="/ppt/notesMasters/notesMaster1.xml" Id="R557b48e15d3f488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438735e062e4999" /><Relationship Type="http://schemas.openxmlformats.org/officeDocument/2006/relationships/notesMaster" Target="/ppt/notesMasters/notesMaster1.xml" Id="Rd8b119c2a6884f10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a874076bc714c6a" /><Relationship Type="http://schemas.openxmlformats.org/officeDocument/2006/relationships/notesMaster" Target="/ppt/notesMasters/notesMaster1.xml" Id="R623ad345f04b4e8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903651d74843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bcb66533d44153" /><Relationship Type="http://schemas.openxmlformats.org/officeDocument/2006/relationships/slideLayout" Target="/ppt/slideLayouts/slideLayout1.xml" Id="Rb2864a20eefe4f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864a20eefe4f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20e64be384ef3" /><Relationship Type="http://schemas.openxmlformats.org/officeDocument/2006/relationships/notesSlide" Target="/ppt/notesSlides/notesSlide1.xml" Id="Re3274dffb30845e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c7e6095a64e84" /><Relationship Type="http://schemas.openxmlformats.org/officeDocument/2006/relationships/notesSlide" Target="/ppt/notesSlides/notesSlide2.xml" Id="R22ac1701701d4c3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92b2ca2d0e4b12" /><Relationship Type="http://schemas.openxmlformats.org/officeDocument/2006/relationships/notesSlide" Target="/ppt/notesSlides/notesSlide3.xml" Id="R30603111486e4a3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1ece172c04ea0" /><Relationship Type="http://schemas.openxmlformats.org/officeDocument/2006/relationships/image" Target="/ppt/media/image.png" Id="Rfe2311aa40624ffb" /><Relationship Type="http://schemas.openxmlformats.org/officeDocument/2006/relationships/notesSlide" Target="/ppt/notesSlides/notesSlide4.xml" Id="Rbb7c55495f2442c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c757deca14515" /><Relationship Type="http://schemas.openxmlformats.org/officeDocument/2006/relationships/notesSlide" Target="/ppt/notesSlides/notesSlide5.xml" Id="R78671976b7bf4a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eb9036295442c5" /><Relationship Type="http://schemas.openxmlformats.org/officeDocument/2006/relationships/notesSlide" Target="/ppt/notesSlides/notesSlide6.xml" Id="Re0495368d23845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3d72cebf944d36" /><Relationship Type="http://schemas.openxmlformats.org/officeDocument/2006/relationships/notesSlide" Target="/ppt/notesSlides/notesSlide7.xml" Id="R19271bdfbb52415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3085b4dc74cd1" /><Relationship Type="http://schemas.openxmlformats.org/officeDocument/2006/relationships/image" Target="/ppt/media/image2.png" Id="Rc37ace1d8fb54249" /><Relationship Type="http://schemas.openxmlformats.org/officeDocument/2006/relationships/notesSlide" Target="/ppt/notesSlides/notesSlide8.xml" Id="R9445a13fcafc48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c4c575c524988" /><Relationship Type="http://schemas.openxmlformats.org/officeDocument/2006/relationships/notesSlide" Target="/ppt/notesSlides/notesSlide9.xml" Id="Rb5383442b8bc40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7e747c4be4863" /><Relationship Type="http://schemas.openxmlformats.org/officeDocument/2006/relationships/image" Target="/ppt/media/image3.png" Id="R7e23cf02a1b44ac7" /><Relationship Type="http://schemas.openxmlformats.org/officeDocument/2006/relationships/notesSlide" Target="/ppt/notesSlides/notesSlide10.xml" Id="R64bd7efbf4ee48f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edf5e394c41fe" /><Relationship Type="http://schemas.openxmlformats.org/officeDocument/2006/relationships/notesSlide" Target="/ppt/notesSlides/notesSlide11.xml" Id="R257bfaa9a17a489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0f93058018442b" /><Relationship Type="http://schemas.openxmlformats.org/officeDocument/2006/relationships/image" Target="/ppt/media/image4.png" Id="R723e6bf7c1e54aeb" /><Relationship Type="http://schemas.openxmlformats.org/officeDocument/2006/relationships/notesSlide" Target="/ppt/notesSlides/notesSlide12.xml" Id="R44537247c9f34b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29b5eb0ee54fe7" /><Relationship Type="http://schemas.openxmlformats.org/officeDocument/2006/relationships/notesSlide" Target="/ppt/notesSlides/notesSlide13.xml" Id="Ree217d91b71e40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1ff99b6674b9d" /><Relationship Type="http://schemas.openxmlformats.org/officeDocument/2006/relationships/image" Target="/ppt/media/image5.png" Id="R1cadd0fb0d9c43ed" /><Relationship Type="http://schemas.openxmlformats.org/officeDocument/2006/relationships/notesSlide" Target="/ppt/notesSlides/notesSlide14.xml" Id="R3738a8e5613f4b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189c3a4fcd4e17" /><Relationship Type="http://schemas.openxmlformats.org/officeDocument/2006/relationships/notesSlide" Target="/ppt/notesSlides/notesSlide15.xml" Id="Rc189c793fed442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567eb554fe43a8" /><Relationship Type="http://schemas.openxmlformats.org/officeDocument/2006/relationships/image" Target="/ppt/media/image6.png" Id="Ra7906cb3ef1a4ba3" /><Relationship Type="http://schemas.openxmlformats.org/officeDocument/2006/relationships/notesSlide" Target="/ppt/notesSlides/notesSlide16.xml" Id="R9eb5ea22555d47c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fd7b2521b74391" /><Relationship Type="http://schemas.openxmlformats.org/officeDocument/2006/relationships/notesSlide" Target="/ppt/notesSlides/notesSlide17.xml" Id="Rfe5e3ffa03f841b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fbba96e3d4a79" /><Relationship Type="http://schemas.openxmlformats.org/officeDocument/2006/relationships/image" Target="/ppt/media/image7.png" Id="R349b722ae77c46be" /><Relationship Type="http://schemas.openxmlformats.org/officeDocument/2006/relationships/notesSlide" Target="/ppt/notesSlides/notesSlide18.xml" Id="R9cb8cb02175942e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25ae2bb9ec40f8" /><Relationship Type="http://schemas.openxmlformats.org/officeDocument/2006/relationships/notesSlide" Target="/ppt/notesSlides/notesSlide19.xml" Id="Rf72f2f73720d4b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e9aeda0be4bac" /><Relationship Type="http://schemas.openxmlformats.org/officeDocument/2006/relationships/image" Target="/ppt/media/image8.png" Id="R4280c4aa0ca44e23" /><Relationship Type="http://schemas.openxmlformats.org/officeDocument/2006/relationships/notesSlide" Target="/ppt/notesSlides/notesSlide20.xml" Id="R05e37529d5a94d8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fe8157131497d" /><Relationship Type="http://schemas.openxmlformats.org/officeDocument/2006/relationships/notesSlide" Target="/ppt/notesSlides/notesSlide21.xml" Id="R5895580b9cba4fd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fc5617bac4f80" /><Relationship Type="http://schemas.openxmlformats.org/officeDocument/2006/relationships/image" Target="/ppt/media/image9.png" Id="Re122373c687046fb" /><Relationship Type="http://schemas.openxmlformats.org/officeDocument/2006/relationships/notesSlide" Target="/ppt/notesSlides/notesSlide22.xml" Id="Rf9ce32c45ff64fa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e190932bf44dc" /><Relationship Type="http://schemas.openxmlformats.org/officeDocument/2006/relationships/notesSlide" Target="/ppt/notesSlides/notesSlide23.xml" Id="Rd0016482ebe34cd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8307226f04a87" /><Relationship Type="http://schemas.openxmlformats.org/officeDocument/2006/relationships/image" Target="/ppt/media/image10.png" Id="R715149768f8645eb" /><Relationship Type="http://schemas.openxmlformats.org/officeDocument/2006/relationships/notesSlide" Target="/ppt/notesSlides/notesSlide24.xml" Id="R8f0f1d45abf24ce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5f29443f394b66" /><Relationship Type="http://schemas.openxmlformats.org/officeDocument/2006/relationships/notesSlide" Target="/ppt/notesSlides/notesSlide25.xml" Id="R8ecc5501c8a1495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94dfd7df04fbd" /><Relationship Type="http://schemas.openxmlformats.org/officeDocument/2006/relationships/image" Target="/ppt/media/image11.png" Id="R6d8a1717fa184eaa" /><Relationship Type="http://schemas.openxmlformats.org/officeDocument/2006/relationships/notesSlide" Target="/ppt/notesSlides/notesSlide26.xml" Id="Rf50f43d12322402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e24304aa24411" /><Relationship Type="http://schemas.openxmlformats.org/officeDocument/2006/relationships/notesSlide" Target="/ppt/notesSlides/notesSlide27.xml" Id="Rc85f7fe8a8144b8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dc1b5fe754e2a" /><Relationship Type="http://schemas.openxmlformats.org/officeDocument/2006/relationships/image" Target="/ppt/media/image12.png" Id="R3ef7479678044bca" /><Relationship Type="http://schemas.openxmlformats.org/officeDocument/2006/relationships/notesSlide" Target="/ppt/notesSlides/notesSlide28.xml" Id="Ra3a0f6e2521d484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9d4829a904b86" /><Relationship Type="http://schemas.openxmlformats.org/officeDocument/2006/relationships/notesSlide" Target="/ppt/notesSlides/notesSlide29.xml" Id="R5f1ceffb5b6d4943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d95e3aa8143ec" /><Relationship Type="http://schemas.openxmlformats.org/officeDocument/2006/relationships/image" Target="/ppt/media/image13.png" Id="R0a1f7e0afe49477a" /><Relationship Type="http://schemas.openxmlformats.org/officeDocument/2006/relationships/notesSlide" Target="/ppt/notesSlides/notesSlide30.xml" Id="Recd3c8a3b320431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63b0393f474c9e" /><Relationship Type="http://schemas.openxmlformats.org/officeDocument/2006/relationships/notesSlide" Target="/ppt/notesSlides/notesSlide31.xml" Id="Ra4414841bb8a49d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95e9ff00749ba" /><Relationship Type="http://schemas.openxmlformats.org/officeDocument/2006/relationships/image" Target="/ppt/media/image14.png" Id="R8ac595faa89547a0" /><Relationship Type="http://schemas.openxmlformats.org/officeDocument/2006/relationships/notesSlide" Target="/ppt/notesSlides/notesSlide32.xml" Id="Rec003af3188740ee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1e1b7a8ed443e" /><Relationship Type="http://schemas.openxmlformats.org/officeDocument/2006/relationships/notesSlide" Target="/ppt/notesSlides/notesSlide33.xml" Id="R6647183aef4247fd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4e3fe4d8e4066" /><Relationship Type="http://schemas.openxmlformats.org/officeDocument/2006/relationships/image" Target="/ppt/media/image15.png" Id="Rd67e6d15c4be4cc7" /><Relationship Type="http://schemas.openxmlformats.org/officeDocument/2006/relationships/notesSlide" Target="/ppt/notesSlides/notesSlide34.xml" Id="Rc3ab854b6c224eab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27f925a214928" /><Relationship Type="http://schemas.openxmlformats.org/officeDocument/2006/relationships/notesSlide" Target="/ppt/notesSlides/notesSlide35.xml" Id="R04f20c5753bf4dd9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00511a7ed0402f" /><Relationship Type="http://schemas.openxmlformats.org/officeDocument/2006/relationships/image" Target="/ppt/media/image16.png" Id="Re526bdd02fe24302" /><Relationship Type="http://schemas.openxmlformats.org/officeDocument/2006/relationships/notesSlide" Target="/ppt/notesSlides/notesSlide36.xml" Id="R2ac71deac49f48f7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9c411d5134925" /><Relationship Type="http://schemas.openxmlformats.org/officeDocument/2006/relationships/notesSlide" Target="/ppt/notesSlides/notesSlide37.xml" Id="Re18a37bc6d564476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6307d6d3284ca4" /><Relationship Type="http://schemas.openxmlformats.org/officeDocument/2006/relationships/image" Target="/ppt/media/image17.png" Id="R971a63c4cd7647c8" /><Relationship Type="http://schemas.openxmlformats.org/officeDocument/2006/relationships/notesSlide" Target="/ppt/notesSlides/notesSlide38.xml" Id="Rd1042a9f467748a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788ad1060940f9" /><Relationship Type="http://schemas.openxmlformats.org/officeDocument/2006/relationships/notesSlide" Target="/ppt/notesSlides/notesSlide39.xml" Id="Rc0baf67d322641d7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7ae272fad43df" /><Relationship Type="http://schemas.openxmlformats.org/officeDocument/2006/relationships/image" Target="/ppt/media/image18.png" Id="Rdcf02840f8f0497d" /><Relationship Type="http://schemas.openxmlformats.org/officeDocument/2006/relationships/notesSlide" Target="/ppt/notesSlides/notesSlide40.xml" Id="R5e5e2996d9f34f53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7b23944bf4f5e" /><Relationship Type="http://schemas.openxmlformats.org/officeDocument/2006/relationships/notesSlide" Target="/ppt/notesSlides/notesSlide41.xml" Id="Rc904ee291b4044db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d2048689684fc0" /><Relationship Type="http://schemas.openxmlformats.org/officeDocument/2006/relationships/notesSlide" Target="/ppt/notesSlides/notesSlide42.xml" Id="R823c2c9f47df48d9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36d247f5c14fa5" /><Relationship Type="http://schemas.openxmlformats.org/officeDocument/2006/relationships/notesSlide" Target="/ppt/notesSlides/notesSlide43.xml" Id="R04ded8bcc28547eb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6d0020db24851" /><Relationship Type="http://schemas.openxmlformats.org/officeDocument/2006/relationships/notesSlide" Target="/ppt/notesSlides/notesSlide44.xml" Id="R2d0a8ae86ca94e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EF1E1-83EF-4E1C-9C0E-35B9249A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b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000000"/>
                </a:solidFill>
              </a:defRPr>
            </a:pPr>
            <a:r>
              <a:rPr sz="4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现有强化学习水氮管理结果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B603ED-A548-4C5C-A610-B1CC453A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000000"/>
                </a:solidFill>
              </a:defRPr>
            </a:pPr>
            <a:r>
              <a:rPr sz="22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五站点 · 17个筛选年份 · 五情景逐年对照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8EEAE-BE7B-4411-9E57-F3913723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2A9CA-1AD5-47FB-A8A5-0CDB331F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444444"/>
                </a:solidFill>
              </a:defRPr>
            </a:pPr>
            <a:r>
              <a:rPr sz="1575" b="1">
                <a:solidFill>
                  <a:srgbClr val="444444"/>
                </a:solidFill>
                <a:latin typeface="Arial"/>
                <a:ea typeface="Arial"/>
                <a:cs typeface="Arial"/>
              </a:rPr>
              <a:t>汇报重点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5C038-E3CB-4575-8B77-99693EEA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00000"/>
                </a:solidFill>
              </a:defRPr>
            </a:pPr>
            <a:r>
              <a:rPr sz="18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官方推广expert如何实施｜PPO措施是否合理｜产量、WP_ET、PFP_N超过或还差多少｜跨seed稳定性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2A20E-A736-4BDA-9F9E-9362A7C4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44444"/>
                </a:solidFill>
              </a:defRPr>
            </a:pPr>
            <a:r>
              <a:rPr sz="12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基于028_12–028_14冻结证据整理 · 2026-07-19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D3C32-22BE-47A7-A1F3-DA425A39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导师汇报版｜数据均来自已有冻结评估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D965CE-E3AE-4DD6-9C05-D1611498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81920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04298C-D108-4912-B6C8-91FF0860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总体结论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BC63A7-119B-4B26-BE96-36DEA5F3F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统一阶段型MaskablePPO在17个筛选年份均找到指标领先候选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96E82-B5D9-479D-8EBD-1FC265C5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F68F95-FF30-4810-B7F1-615AAC522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EE5E0-C088-4BD7-9860-479D60C5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b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17/17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2EFAF-AE8C-4F14-87E3-4A1F5233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4444"/>
                </a:solidFill>
              </a:defRPr>
            </a:pPr>
            <a:r>
              <a:rPr sz="14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至少1项严格超过四基线最高值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461C90-69B1-4CCF-90F1-1ECED401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D300A-8054-451E-AEB2-3001C816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15430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b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9/17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6089A-9976-4495-B221-20479778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717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4444"/>
                </a:solidFill>
              </a:defRPr>
            </a:pPr>
            <a:r>
              <a:rPr sz="14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产量严格领先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E3536-75FC-4B4F-B774-7EE7D6FD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428750"/>
            <a:ext cx="24765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74D8C-65D5-464F-B411-DDCB136D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543050"/>
            <a:ext cx="2247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b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7/17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CE225-3CA3-4C45-8A7F-DAF0F7835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71700"/>
            <a:ext cx="2247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4444"/>
                </a:solidFill>
              </a:defRPr>
            </a:pPr>
            <a:r>
              <a:rPr sz="14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WP_ET严格领先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D076E9-E255-405A-9443-079F7EE8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28750"/>
            <a:ext cx="27622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7C9423-AE27-4D23-8B2F-94497A56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54305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b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12/17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E19285-75E5-4862-BD42-B6D9B3FC2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71700"/>
            <a:ext cx="2533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4444"/>
                </a:solidFill>
              </a:defRPr>
            </a:pPr>
            <a:r>
              <a:rPr sz="14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PFP_N严格领先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8B9EF0-6B01-4361-8754-B294EFF4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90875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FDC467-4D0D-4CBC-9EF8-7A7B3678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05175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b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10/16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F6840-88A2-4FD4-BD17-4E0C222D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33825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4444"/>
                </a:solidFill>
              </a:defRPr>
            </a:pPr>
            <a:r>
              <a:rPr sz="14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三seed年份中至少2/3 seed成功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3CA38C-11B0-4184-880F-19F1F2DB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90875"/>
            <a:ext cx="3333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D3C2A7-7A53-4D22-8B05-CD230E359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05175"/>
            <a:ext cx="31051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b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17/17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DBB615-B9DC-4DC4-80B7-8C0EC850F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933825"/>
            <a:ext cx="3105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4444"/>
                </a:solidFill>
              </a:defRPr>
            </a:pPr>
            <a:r>
              <a:rPr sz="14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节水于official expert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652915-47E4-4364-9F98-8C30649F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90875"/>
            <a:ext cx="37338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A3A090-53B0-495D-BF8D-169DD630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05175"/>
            <a:ext cx="350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b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00000"/>
                </a:solidFill>
              </a:defRPr>
            </a:pPr>
            <a:r>
              <a:rPr sz="31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15/17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58B03A-1994-42EB-AE4C-53D6239E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933825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44444"/>
                </a:solidFill>
              </a:defRPr>
            </a:pPr>
            <a:r>
              <a:rPr sz="14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节氮于official expert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EED89A-C427-4DE2-8734-ED14520C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48250"/>
            <a:ext cx="108204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结论边界：17/17说明每个筛选年份存在成功候选，不代表所有seed稳定。LC2010目前仅1 seed。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CE3A62-3EAB-4838-943F-B5E0476D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已有冻结结果；无新增训练或DSSAT运行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7DB289-24E7-4DDE-8395-DF85CE54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2031964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751184-FC5B-4F90-993C-4856667A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年份覆盖说明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7B6AE0-C36F-4FC7-8696-DA9921F3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LC、SY、YC年份较少，源于筛选和证据等级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912467-0461-4301-B752-04934A9EF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C12713-DF94-4E9B-8AEA-3ED1E934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81125"/>
            <a:ext cx="1000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D89F7D-0B0F-4871-BF25-136E7A29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390650"/>
            <a:ext cx="9620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站点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63975-A261-4403-897D-98BAAEE5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1381125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A3C39D-0151-4661-B1EB-9AA647B3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1390650"/>
            <a:ext cx="22955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现有正式年份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8CE8F7-65A5-4170-9226-7422338A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381125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D18F5-0904-4064-86E6-A22CD653F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390650"/>
            <a:ext cx="4724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为什么当前较少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F3E69B-1E2C-47C7-BA36-4A0A0B8E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381125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1D9131-24FE-48A4-B9DB-8DF3D518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390650"/>
            <a:ext cx="329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其他年份怎么办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B8EFD6-2C8F-46B0-AA72-54A5AC90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86025"/>
            <a:ext cx="1000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2C105-6034-4CC6-AAFC-D9312929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495550"/>
            <a:ext cx="9620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1A5D1-8928-4A8C-ABC9-79394DB3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486025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CDE2D4-BA16-4578-810E-067790EE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2495550"/>
            <a:ext cx="22955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2008–2011均有原始treatment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CFDF34-96A6-4CAC-AB21-9B1AD575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486025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57E72B-66D4-4891-BB7F-F1C59170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95550"/>
            <a:ext cx="4724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历史前向筛选中：2008增产0；2009仅+39 kg/ha；2011为−13；只有2010约+687，优化空间明确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78BD5F-CEA2-4E60-8D3C-897F9ABF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86025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568CAE-E45F-4B97-9644-71E6DC57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95550"/>
            <a:ext cx="329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当前先保留2010；其他年需补official expert和四基线后才能重新评估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8A87CB-2E00-4C58-971E-F29FD32B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90925"/>
            <a:ext cx="1000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441F01-5346-4D81-B45D-A0007E39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00450"/>
            <a:ext cx="9620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CE7A64-2513-4574-B865-DD079666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590925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47ACFB-9E95-495F-BDE0-13B0E96F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600450"/>
            <a:ext cx="22955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2012、2014、2015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91CD4C-F4CF-4F85-B7B5-0FEE46C3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590925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0599D1-48B3-47C6-A1E8-06E9901B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0450"/>
            <a:ext cx="4724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只有这三年具有正式原始treatment及可追溯管理/IC；其他年份目前主要只有WTH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2E4336-F6E1-435A-9D09-8D3229C0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90925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1A2321-A25A-4C79-9803-C6C97055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00450"/>
            <a:ext cx="329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三年已全部纳入；其他年不能与Tier A同等级使用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873AD2-33BB-4DB2-83D4-78E2F696A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95825"/>
            <a:ext cx="10001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0870320-852B-4670-B3AA-6692F98C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05350"/>
            <a:ext cx="9620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729377-17D1-44F1-BDFC-524484F66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695825"/>
            <a:ext cx="233362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4A6E1C-63C9-4721-94C4-DA18746F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705350"/>
            <a:ext cx="229552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2008、2014为原始treatment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34A3569-A50D-41E8-92C5-D7A252BAB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95825"/>
            <a:ext cx="4762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B0E0FF-DF47-4A17-95D3-C21CDEEB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705350"/>
            <a:ext cx="47244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两年已全部纳入；2006、2009、2015、2018属于旧流程派生天气回放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7A577F-1BBC-4141-B84E-65388787C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95825"/>
            <a:ext cx="333375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15EBEA5-BF15-4A88-911A-C44CE618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705350"/>
            <a:ext cx="329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派生年可作为Tier B，但需补四基线和严格可行性认证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6AA6A2A-F6D1-4937-972B-67D32B03E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143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其他年份不是永久不能用。当前17年是“首批历史筛选集合”，不是五站点全部年份的最终清单；FQ/HLA还包含部分Tier B派生天气年份，因此站点数量不能直接解释为站点本身优劣。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39DD251-75A3-4DA0-A16E-271ED1FA6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依据：013_01、017_11、028_01、028_03既有审计记录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552AFD-775D-422A-88EB-CBC976D9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672419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D12A66-BEAB-4149-AA78-C3A71BDD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总体证据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D663E-9856-44CB-B9DD-D87E6D240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优势分布不相同：部分年份均衡领先，部分年份依靠单项效率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6B27F1-125C-43D2-AF93-65AF84F2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311aa40624ffb"/>
          <a:stretch xmlns:a="http://schemas.openxmlformats.org/drawingml/2006/main"/>
        </p:blipFill>
        <p:spPr>
          <a:xfrm xmlns:a="http://schemas.openxmlformats.org/drawingml/2006/main">
            <a:off x="3547046" y="1257300"/>
            <a:ext cx="5097908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4ABCB0-6125-413E-AB4E-42CE537E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色块为PPO相对null、recorded、DSSAT auto、official expert最高可比值的百分比差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3AF49-96DF-4F87-AF2E-3EB0980F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5711871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15354-21B0-4EB0-84E0-CFFC9AE03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判定口径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7762E-BB21-4229-9B2B-B999136F0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所有逐年结果都按同一口径判断，代表候选与seed稳定性分开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FBD83B-E053-4AEC-B23B-D36D15C5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76A55-3B41-45C0-AA6B-59B9DA8B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81125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58507-A317-453F-9CBC-1E39DEB6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四基线最高值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F5DC41-4A61-4AAD-825C-3C6FBF98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5732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每个指标分别取null、recorded、DSSAT auto、official expert中的最高可比值。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0020A-9984-488D-89E3-A5AAE1419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95525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06EBB-6C5B-444A-8442-58A9C4F4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907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严格胜出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76887-E619-4C61-8436-ED565238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7172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PPO值必须严格大于四基线最高值；数值持平不算胜出。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A76D78-4FD3-4C51-B684-E28E0D52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09925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BC607-A81E-4DB4-84DF-4A1C712E1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效率定义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DF1195-8DDA-4738-B0AA-BFB77054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28612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WUE使用WP_ET（kg/m³）；NUE使用PFP_N（kg/kg）。N=0时PFP_N保持NA。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52383B-79EF-4DD2-97DC-3C5185DB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24325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84D81-AF63-415B-AE9E-70F6A6463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措施约束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2751F8-8E09-480B-B936-F4195510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0052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I≤120 mm、N≤300 kg/ha；只在预定义阶段操作；DAP&gt;90不施氮。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41194A-0841-4978-B5B1-7945CEDB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38725"/>
            <a:ext cx="1114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4983F-354A-4C47-9A88-D9134324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稳定性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58FB1B-3A44-45AC-B988-5466C81EC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14925"/>
            <a:ext cx="838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00000"/>
                </a:solidFill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代表seed展示“候选能否存在”；2/3或3/3 seed成功才称初步稳定。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DB32CF-834B-44EF-8C69-9687AE59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已有冻结结果；无新增训练或DSSAT运行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25E33-3B3A-4D2B-A06D-CD66DE1E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8610055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F89D5C3-1ABF-42A3-B35F-A3877D4D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专家策略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F42357-762F-4FE5-8ABD-A34D04AA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官方推广expert来自两套区域模板，不等同于农民recorded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08E3FC-CA0A-40E7-B0DA-7BDD1FA9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A1D0A8-FC32-4864-87A1-F7221549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573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HLA / SY｜东北与长城沿线春玉米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7F59E9-D50B-4697-90AC-ED07E6E0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143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31899-65BF-47D9-8FD3-AC68D7FB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724025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阶段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46DF7E-644D-4419-BF12-4DF27B02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17145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0ABEF-3EFB-43C5-8F11-6E406B76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724025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时间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F66C8E-2F0F-421B-BE1B-7EE7D0F3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714500"/>
            <a:ext cx="1095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DB0ABC-7FF4-4413-A4C8-B3F2D631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724025"/>
            <a:ext cx="1057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水(mm)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4007AF-3311-4D23-A766-CCC2ABA4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17145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462437-D561-4E41-A9D7-2D3A454A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24025"/>
            <a:ext cx="124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氮(kg/ha)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E54899-B1AC-484B-8DC8-4724D1D9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2143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B6EDC4-DCCF-44DF-BA45-5109F826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19325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播种期/基肥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C34B98-3757-4DDB-B9B0-D1AF2220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2098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02D6B-18CC-4910-A743-5156FC5C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219325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0D3CEC-E6AF-4BA6-A43E-76FDF280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09800"/>
            <a:ext cx="1095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B057DE-3F9C-4EA3-AB1E-F8B19A83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219325"/>
            <a:ext cx="1057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37.50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3474E-6270-4E3B-B576-8F1134752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2098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ABC69-89FA-469A-AD88-A97838E6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19325"/>
            <a:ext cx="124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112.50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7F569-A43A-4346-A7FA-820342E3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2143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33080-5010-4F28-AADC-FE27EB02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14625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小喇叭口期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EBB117-40C5-47AB-9834-CF3B3C3AD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7051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EDF64E-97C1-4807-A438-480C9BAF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714625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6FF795-C5E3-40E4-9607-7105C391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05100"/>
            <a:ext cx="1095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314094-2DFE-4AD5-84FB-D2E5D764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14625"/>
            <a:ext cx="1057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45.00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FC045A-2B4B-44F9-A4E3-EAA852FD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051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ED7DC25-E7C4-44DA-B4C6-AE373A43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714625"/>
            <a:ext cx="124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33.75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FA4E3E-0D60-4EE5-9CC3-89E0118E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0400"/>
            <a:ext cx="2143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7876D-07B6-4320-AD69-5103D3AEF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09925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大喇叭口期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2C3C2CA-11F8-42EF-B852-946DF9F8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2004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F9E4A4-F2F2-4F63-8239-07CEDF188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209925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9C91249-1B62-4FAB-A180-5AF079F6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00400"/>
            <a:ext cx="1095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1668D7-EF80-4CD1-BA98-28691EA0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9925"/>
            <a:ext cx="1057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56.25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F143CC-5684-40D6-8967-0D111F5E2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2004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76E644-E552-4EF8-A8E6-DCF45B0F6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09925"/>
            <a:ext cx="124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67.50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23ED9FF-4EBE-4656-B951-458BF46C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95700"/>
            <a:ext cx="2143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B5C7C26-2DB2-4E71-86B2-B93CFB62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05225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抽雄散粉期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DC7C6A-4DDD-4665-92AD-D6A220DF9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6957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106F48-9BDD-4F80-852F-3B4230CD7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705225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DAP65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82EBC4B-27C4-4C53-93EA-893B69CEC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695700"/>
            <a:ext cx="1095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6B53D8-6DFE-438A-B4DF-A6A9DE95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05225"/>
            <a:ext cx="1057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56.25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118BBE-FB8B-4EDA-818A-CAF9F966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6957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CC4E4D-00C8-4507-AA6B-9CB223A4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705225"/>
            <a:ext cx="124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26.25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3F6E72B-FBB6-4BFA-8A48-6DBD068A7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2143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CA8118-BAB9-444E-8B51-2598288A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灌浆初期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E092A3-532B-43E5-BBEC-6D3C7A09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1910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A81F8C-EECF-49BF-B758-E55A4DA19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00525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DAP85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69EA0F-9506-4CD8-A392-817C11A8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191000"/>
            <a:ext cx="1095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D03AA3-6F55-4791-9B9B-AA8C20315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00525"/>
            <a:ext cx="1057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41.25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54F32F0-4481-40D3-AD31-BD399681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1910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B9F2F8E-A704-4F07-B9F6-982067EC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00525"/>
            <a:ext cx="124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33.75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42DA17-421F-49E2-8B82-0063FBAF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86300"/>
            <a:ext cx="2143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56E9988-C881-4AA2-B1BC-9F049997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95825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乳熟末期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98AFA2A-0350-49CE-A10E-C84CD95F1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6863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2330B2E-8350-4889-AEF7-4D9C5CA81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695825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DAP110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B7D3B4-7AFE-4305-9835-1B7BE1D8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686300"/>
            <a:ext cx="1095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0C3395B-3436-4531-9EFE-F55A11BA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95825"/>
            <a:ext cx="1057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BF0D36-7AD8-4A6F-AD4C-3E9A669E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46863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F613EF7-C043-4D76-B9A2-E1FB5F5E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695825"/>
            <a:ext cx="124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26.25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591DD5-2094-4ADC-AEF7-4EAC5657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2573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YC / FQ / LC｜黄淮海与汾渭夏玉米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443F50-F339-46E4-8DE5-D1BD06E2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143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923EFD-4317-4856-920A-ED92DB69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724025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阶段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3D901E1-81DE-453F-9EBE-72C5E113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145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DEED06A-1F76-46A5-8A35-CD325781B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724025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时间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3F4411-7BA7-4079-9503-99ECCF820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14500"/>
            <a:ext cx="1095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373C864-5794-4EC4-9D6E-380CA5F1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724025"/>
            <a:ext cx="1057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水(mm)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3176FB-7210-4F40-8A39-FCFCDAF3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7145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A9A04FD-5479-46C1-A293-B06F211F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1724025"/>
            <a:ext cx="124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氮(kg/ha)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386EC19-652A-44FA-95FC-CD5CA4CB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2143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F5A9A88-8449-4B3E-A54F-663030BC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19325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出苗水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38CA990-813F-4A76-8216-39D342E6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098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29EF44B-FB66-4129-AE2B-9C40AC086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219325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B3C83BE-598D-4FFA-90D0-39005F9DB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09800"/>
            <a:ext cx="1095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ECE3EDA-D0AE-494D-831A-9E67A369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219325"/>
            <a:ext cx="1057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22.50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2B71FE5-57EB-42FA-BF10-3B9B0CD1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2098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B24ADA1-57C4-48CE-8750-DE8A83F8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219325"/>
            <a:ext cx="124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82.50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0B974C0-C1FD-48C3-9D83-1BE7592C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05100"/>
            <a:ext cx="2143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55D1C54-AE1E-4069-BD86-F463A4D7A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14625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小喇叭口期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7A8DA7B-227B-4CDE-8DE6-3EFEBABB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7051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48D3A12-766B-46D8-B568-BAB6F3DB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714625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DAP30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3069BEC-2E47-479C-93C1-5EE06EE7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705100"/>
            <a:ext cx="1095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C219533-0B0D-4EA1-883F-97DF8695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14625"/>
            <a:ext cx="1057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37.50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B1FA6DD-9839-4F3B-AC94-89C88A83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27051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1373600-9B01-4630-904F-67B560396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714625"/>
            <a:ext cx="124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41.25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4ECF6CB-0C1D-4374-B4F8-94EA2AEA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2143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398018B-0E62-43AB-A58A-EA068981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09925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大喇叭口期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D4B72EC-1955-482B-BEDB-78778C3F5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004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96781EB-7638-4AD1-B94F-221618F6D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09925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DAP45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39C2E6B-2ED0-48BE-8735-F30BBAC4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00400"/>
            <a:ext cx="1095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D6D110B-4638-4CF5-81D6-80C9CF39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09925"/>
            <a:ext cx="1057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48.75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1959D7D-51C4-4ED3-9474-F754A4279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2004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CDE9548-0FF7-4357-B589-9FCFE91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209925"/>
            <a:ext cx="124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56.25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FD65E18-4459-47B2-85BA-AF3028E7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95700"/>
            <a:ext cx="2143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7D2B7CB-F8B2-4617-8ECD-0BBB6CC34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抽雄散粉期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6FE886E-CC96-4CBD-BF26-FD0A9681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957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B636FA2-9372-45F1-9E19-D1B75EBF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705225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DAP60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19E3A63-5408-42E1-BA2E-E4494A19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95700"/>
            <a:ext cx="1095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36B7541-17F2-4C38-899A-EC564425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705225"/>
            <a:ext cx="1057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48.75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1B37151-33C2-496E-8E7E-A2C163AD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6957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1C9C809-80AE-421C-BCB8-7A906A7F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705225"/>
            <a:ext cx="124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33.75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5EB07BB-5F03-49D0-AAEE-2DACCA07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191000"/>
            <a:ext cx="2143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E11B220-3431-4F44-B216-4F4B62AF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00525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灌浆期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C557CFF-D0D3-4DCB-ABDD-0CC9B80FA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910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D9508C0-61A1-40DA-9DB2-23C08A99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200525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DAP80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71C211B-F5D6-4023-8426-BA529D06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191000"/>
            <a:ext cx="1095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895C2F9-9AEE-4EBC-8DEF-3A937603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00525"/>
            <a:ext cx="1057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41.25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ABF0055-DE5E-4645-92A2-BD27F0F4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1910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74CD691-1A55-41C6-B036-ED94E581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200525"/>
            <a:ext cx="124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33.75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8D7BBDC-AFF9-4FB6-8741-6C593848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86300"/>
            <a:ext cx="21431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2A5DCE2-D74C-4F2B-A796-798BF2175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95825"/>
            <a:ext cx="21050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乳熟期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11A984E-AFC3-4EE5-9CD6-B53AD29D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86300"/>
            <a:ext cx="809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CC6DED2-2FB8-482E-90B6-A61F9A8C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4695825"/>
            <a:ext cx="771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DAP100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526AAA7-0615-4EBF-A482-BC683ACD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86300"/>
            <a:ext cx="10953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AEF341E-4E6F-4A3D-B8CC-745236AC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695825"/>
            <a:ext cx="10572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30.00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EA631729-BEBB-4A9D-8585-18A8FECB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686300"/>
            <a:ext cx="128587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BFE2138-6739-48F9-A6EB-5A486848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4695825"/>
            <a:ext cx="12477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0.00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A1CE297-AD3B-4C4C-9B7F-DF377030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429250"/>
            <a:ext cx="11144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00000"/>
                </a:solidFill>
              </a:defRPr>
            </a:pPr>
            <a:r>
              <a:rPr sz="15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方法：推文区间取中值；1 kg/亩=15 kg/ha，1方/亩=1.5 mm。固定映射到DAP，未按每年模拟物候事后调整。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A3FA31A2-C613-4361-AB51-D555EA700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来源：导师指定官方推广方案；执行事件已由028_14逐日表核对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6643E3F6-E876-4EA8-A2F4-80275F5F6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22322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E97BF1F-60B1-4C40-9DD6-FC211533F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站点总览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70EC1-1AAA-4A4E-A424-85758E86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五站点均有候选，但稳定性和优势类型存在明显差异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02F97-D5AC-49ED-A0A1-21E5D6E0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DECF99-6A19-40ED-AE09-2FF474C7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1095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ED323-9B47-4E0B-9066-CF56E009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85900"/>
            <a:ext cx="1057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站点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8F3015-48C1-48BB-A871-0634CCD6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476375"/>
            <a:ext cx="3476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39A5F-08D5-47B9-B447-6F723A24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485900"/>
            <a:ext cx="3438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筛选年份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B544C8-E053-4F5C-8805-EA28A853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76375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F11085-51AE-43E3-B515-6BA53D43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85900"/>
            <a:ext cx="1009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年份数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EAA47-B053-4092-990A-982784E8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476375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03FC1A-A96F-4055-A1E6-D848AA97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8590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≥2/3稳定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BACBE-C928-4C1A-B649-F16AF4A3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1476375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FE87F-54F3-44EF-9F25-5920DF10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485900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三指标领先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A6123-4665-4F95-9DB4-273C91E7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476375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7BAC2-BDD8-4DD1-9490-017B6578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485900"/>
            <a:ext cx="2676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当前定位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26246-FC52-4FE8-98E5-41046E7A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05025"/>
            <a:ext cx="1095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8642B-DC1E-4818-AE1E-3F89DA520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114550"/>
            <a:ext cx="1057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富锦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95902D-02D6-490B-96AD-DED0F05C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105025"/>
            <a:ext cx="3476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DC7A1-01C8-42BA-B83F-D0386B33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14550"/>
            <a:ext cx="3438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2013、2014、2016、2019、2020、2023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A7B0C6-5A71-4621-9D00-CE5131FA2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105025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08A5C7-6DDC-4D10-A428-0E294419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14550"/>
            <a:ext cx="1009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E9DD99-72A3-4A0E-9C3F-D17DD573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05025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3B5CB-01BC-4F04-9158-3878AA6A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145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3/6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194D09-3402-40C5-B42A-CC4C59DD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05025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21A5C2-702D-439B-AC30-D4392329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114550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95CA5D-BBBE-4C5A-BE47-5AE331F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105025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FAC88D-CFD4-4852-84C5-2575F09B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114550"/>
            <a:ext cx="2676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存在权衡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5C67DE-383A-4DB8-9BB1-37C8A1F7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33675"/>
            <a:ext cx="1095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D7E05BC-1971-44FC-90A8-5BA9455F5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743200"/>
            <a:ext cx="1057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海伦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D9C5FC-ED25-4B06-9140-C262C5771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733675"/>
            <a:ext cx="3476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68D08D0-7035-4500-B17A-03A8873E5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43200"/>
            <a:ext cx="3438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2007、2010、2015、2016、2022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FEBB8C-C75A-4D12-8DFA-98ED72D2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733675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CB3892-091A-43AA-AED7-FF74F9D7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43200"/>
            <a:ext cx="1009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A1B805-0FCD-4AA5-9C92-3717DC3FC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33675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CBED6C-05DA-4FBE-8A3C-E3DB4BDE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4320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4/5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965BC8-DE51-4CAC-ADBF-0C1AC300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733675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263ED3-8F53-4860-B9C7-40780A4A1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743200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BC9E6A3-89F9-4BF4-BBC6-C16D0248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33675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015499A-7B2E-4E9B-96AB-075AED05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743200"/>
            <a:ext cx="2676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存在权衡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C914FB-0C69-4609-9AA0-581BD2C6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62325"/>
            <a:ext cx="1095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13F055-71B5-4D28-B015-0B83BE9F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1057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栾城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3FA257-26B0-441C-853A-4B6B4B2F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362325"/>
            <a:ext cx="3476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98EA4A5-4D07-4807-A3DB-B69E6AFC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371850"/>
            <a:ext cx="3438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3598B9-268B-48A0-A4F9-AF05E4F2B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62325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BDB1B8-2798-4AA6-B4F0-E5D5F696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71850"/>
            <a:ext cx="1009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D069243-7BDC-474A-857D-C2792085C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362325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D9C3BE1-6BE9-4546-8649-97C6FCFA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718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0/0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8C6914-7365-44F2-A19D-BE3EEE19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362325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976B08-3EBF-4756-928B-B576A680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71850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A6EF0F-20DD-4901-805F-A6C4AA21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362325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B73FDF5-8898-4A26-B32A-9B8DB35F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71850"/>
            <a:ext cx="2676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仅1年/1 seed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B93DA3-E0B7-4B6D-B063-6E801E1C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90975"/>
            <a:ext cx="1095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522969E-A87F-4FF7-BD69-ECCF1040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00500"/>
            <a:ext cx="1057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沈阳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F3DA73E-6D7D-49DF-BB66-685C8CECD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990975"/>
            <a:ext cx="3476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91DE8E-38D4-4E79-9573-9A567789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000500"/>
            <a:ext cx="3438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2012、2014、2015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F7E555-0CDB-46BE-84F8-3A0510A4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990975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91F8AE4-1340-4C60-A1CA-5D390F65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00500"/>
            <a:ext cx="1009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EF21478-0A95-4E4B-9220-38BD8E81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990975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B3C17E9-4DFB-4A0A-8D23-6454A103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0050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2/3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02EB63-8F04-4655-8264-AA6614058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3990975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7B1DA89-98B9-4662-9298-90E3E1E4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00500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86ED76-EAA6-4D97-B203-1B8B7E8D1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990975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4DDA1D-77F1-4841-9CFE-FEF3CD2A8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000500"/>
            <a:ext cx="2676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当前最强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62D4FBB-AE2F-469E-97B3-67C9EF912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1095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343BFC0-4059-4FA9-9A2A-13B2CA4B7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629150"/>
            <a:ext cx="10572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禹城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C3C69A2-917E-4A17-AB6C-3A4BE7FF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619625"/>
            <a:ext cx="3476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590D84F-D02B-4C3E-A448-D3E36C30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629150"/>
            <a:ext cx="3438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2008、2014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1CCFE6-0D85-429A-A22F-5CAF7CE5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19625"/>
            <a:ext cx="1047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B8991C5-F482-4430-B94F-0416251B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629150"/>
            <a:ext cx="1009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EA1861B-70BB-4C02-92E9-D8B14738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19625"/>
            <a:ext cx="13811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D404881-B7CB-4881-B210-1448E71C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13430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1/2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405C22C-2950-41A6-B1FF-FAC1DEB4D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4619625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D10A348-4265-411D-A4F7-9ED24ACAE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629150"/>
            <a:ext cx="13906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2C4CF46-C10A-4D33-9A11-7659EAE2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619625"/>
            <a:ext cx="271462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8483F0C-6F55-4F62-A649-0E7BD2FE9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29150"/>
            <a:ext cx="26765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存在权衡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877D286-E442-4869-9808-F13728B9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14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建议汇报顺序：先展示SY2014/SY2015/HLA2015的均衡结果，再展示FQ2020的三指标但seed不稳，最后如实说明效率型与权衡型年份。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B9A9D7A-F558-4263-A738-71B9C8BF8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已有冻结结果；无新增训练或DSSAT运行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A75631C-B87C-488C-BAA3-ABE422D9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7735090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ace1d8fb54249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0C7B3-C3FC-4F0C-9F7F-E3CB344F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61304450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D3BFF00-5FC9-4A3B-8479-FCD799E3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FQ｜数据表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B26C9-F970-4FD8-B6B0-D90DAF7B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富锦 2013：精确终值、PPO措施与seed证据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3ED81-C465-4541-9611-913F7510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EFCA55-EC13-4F92-A559-2AF876136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39227-6FD0-4EFE-ACBD-71C37DC3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5E46D-167E-4B8F-818F-7CA5A830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1B96F-7414-4ED6-B551-A1079879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ACC96-1348-4F5B-80DA-751F20431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F779FD-3DC2-405A-B384-9CCCC708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9AB25-BD6C-4B36-BB8C-E4F58FDFE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096C7-6AD1-4FDE-967A-9C87299F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0D0D3C-BE26-4DD2-A1A7-17B35E56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65BC23-E956-421F-B1EA-F4E94C824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30D7F-C954-48DC-9630-65905445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34EF97-873F-4AC2-8C97-4709A75EA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EA6D9-2E8A-4DB6-8005-4CD20AD2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B2295-E687-4573-8934-C0BE2E94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F10882-FB84-450F-9CA6-D75FF210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18062-EA01-45D6-99F4-56355460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678293-5B8D-47AA-A57F-C45E0510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7E9FB-B89E-4E6E-9CAB-FE3C2098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7F7D7E-0D2D-4AAA-9F95-EE3B9F34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598B48-8F0E-43CC-96A4-23C890F1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7429.0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DD3B4C-51D9-4BAC-A416-4A266311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7A0CA9-3E15-47A0-992A-FB50F9CF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13539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8FAEF7-A108-45A9-ACFD-63BCD329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D95B77-8169-4185-8B7F-2BE8BAAA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336D35-D54B-44EE-954D-CE14AD81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24C296-76AC-4E45-8AD2-2762258A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A6EA2E-9BAF-4278-BCA7-0770E1F8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502704-B77A-49FF-B0A0-4FD09C603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2.03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658BDF-3BB0-4D35-83B2-ECD760D5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AAF93A-41CE-48CB-8B7B-E199057D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357398-116A-4FE5-8B8E-ACA222FC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C08445-4CBE-431E-A3F2-212319AA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C99A83-6F1F-4B17-A19D-142DF722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BD627D-07BE-42B0-8966-8A8F7DB3C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D7092C5-3BA3-42C0-92E5-A629D074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8B11A5-03BC-41E7-AD02-21658B6A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7807.0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CA00E4-DD34-4A16-B564-E07E6CE68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2872E0-80F9-4A9D-BDFB-6537A9F7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13893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9F2F31-98CE-4F3F-8B7E-8A5E04B3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6BB7B7-9EFC-4219-B350-AFDD1963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DF2FA7-12FC-4303-8A9C-DFD0A4DB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1BF526-DF92-4017-8B1B-9AB699F68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144.0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76229A5-D836-45B0-A8D0-7643E59DC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25DBE12-D5F4-475C-A245-7444BC48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2.14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A25AC40-85BB-436C-8461-E44C2688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04A42E6-612C-4E49-9E71-CA26FCBE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54.2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1F1F82-1F06-4F01-9154-B412C3CB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2FBF00-5397-478E-B9FB-88936449E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-417.0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5AC63D-4DA5-4EB1-BE0F-3116176F0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336F6DB-1E08-4DE7-8250-AAAD05D0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69E51E-CCE2-47DD-B4A2-FEFEE828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17D93CB-BC13-45D4-B42F-2240600A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7429.0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015B8C-E8B0-4759-BA81-D95BE8D8A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DC54F8-614F-42FF-994B-7B8404AA1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13539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A3224B-E8B2-4E40-968B-18E220ADB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3DBF7F-B3AE-4BE4-B453-2A1ADC62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C81847-29FD-42C3-AAC0-896A79EA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FAA3175-CB64-438C-A822-A6F1E68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61AE683-B985-456B-BB24-6EF6E502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649387A-1590-4A87-A47F-35AED026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2.03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83AAB91-CE6B-469C-A063-9779209E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6B8EEF5-BAE3-43AA-A29F-51727FCC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2920419-474A-4222-B262-0F0C1FF3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91B4CE6-EA7A-42AD-915F-D9F61520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73B841B-A948-4DAD-894E-B1B53A96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08C2E37-E6D4-4365-B7C1-54A5690E1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5BAA497-90F6-45EE-9C22-9093A1F9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480E123-24D1-4934-9D56-7E1EE159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7381.0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47B9601-CCE5-47F8-AF2A-916794F44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B11A44B-FC1F-48BA-BAF5-BF61D266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12735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96B54D2-63BF-404D-8A27-528097D1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0D375C5-6733-4DF4-A609-6B3274013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43A92C4-38AB-47E6-B7C3-60EAD766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39E6593-A6D2-445C-A6DF-2D97CBD2F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B3CD978-D19F-4D53-A02F-D21AF9224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4F94A8F-C5B7-405A-A300-0C8B4387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1.91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4E1D0C4-2775-4B09-9479-802AA8BAD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6E29507-3ADC-4727-B216-85526480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29.8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3A1D9A9-DE0B-4B4E-B634-7E2E0F7CC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0522EC8-0549-4AB2-91F1-0753FAFAD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-1433.8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8343A4B-2964-41C8-A7D5-D579AAB8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7BA50A1-CD02-4E57-9E7C-11290A9C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B966F0B-5F49-4A0B-B042-68862F9F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2A3AA54-85AF-4DD2-B8B7-2B9E98C6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7814.0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754C35B-6001-47CA-B9E7-A23323CE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9AE81E5-A4E6-4A8B-B597-2B10A5FF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13890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398F59E-F200-49DC-BD95-B590BC41E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BE884B9-5692-41A2-994C-11A70EC2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C2B3512-BDE4-4545-AA58-78DD7750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B212AB1-8796-4FE0-A3C9-7CA8C1C3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5DF8232-1A5E-4256-B554-7E1533E4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C61C6FF-9F1D-4332-A718-290C90F1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2.05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0E07554-E7BB-4E04-BAB4-49576DADC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D70D6E2-F998-400D-91ED-91D1F3514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31.3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C37EA6D-983F-4202-A8B7-DB9AA0B51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6C6E564-8C25-4ECD-87D7-7059172D5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-925.0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669CF6B-93BC-40E1-BCA5-D796D8DE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AAEA350-8BDC-4387-BCBB-4DEB8535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I30.0/N50.0; DAP30: I0.0/N100.0; DAP45: I0.0/N100.0; DAP60: I15.0/N0.0; DAP80: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FE53E4B-7203-4D87-8D37-C2A0D702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BE9664F-5590-4AF2-AC7A-DCD2D396E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存在候选，但权衡或seed不足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PPO总量：I60 / N250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产量差：+7.2 kg/ha (+0.1%)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WP_ET差：-0.09 (-4.2%)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PFP_N差：-22.9 (-42.3%)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胜出：yield；seed：1/3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6CB0004-F20D-462D-8192-332A7ECC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34CB0E1-F89D-418E-8FD9-335376F4D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992792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3cf02a1b44ac7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56247-D271-4BF6-88E7-F766FCE9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14445030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B976CFA4-E5A9-41B6-AE07-0AC73B57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FQ｜数据表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2D0A2-0168-435C-AF96-0C122585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富锦 2014：精确终值、PPO措施与seed证据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D653C8-02E7-41E5-BC9C-33306AA4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A9E0AA-0791-42D6-88AD-15177AA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0994A2-17C4-414D-A425-3F67B1CE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CB870D-E3E1-4B1E-884C-7B5B71B64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6B038-4A12-45F0-BEF5-21F330FA7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F2D54-B1A5-4838-B2CA-7ABB8BB6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94F750-D5CA-491E-890D-86A575BA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D19FE9-C06D-4A34-983C-82A115EC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AB57CB-5C66-420C-85AC-A7699287E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125F9C-72C2-47D7-B062-2560087D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7CDCBD-AFE7-4B3A-A984-9AAD6A84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4AC7AB-7933-4C77-93BF-BDD98FF1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13BB44-0D22-466A-891F-80E432F3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AC4653-EA88-4688-8A6F-6FE04B63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FAB2E3-149A-48B1-A63A-F70000CCA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95F647-A8E9-4548-9BAB-453A1A00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9062C3-543B-47F5-95AF-61DC99AC3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0F38B-6621-4A83-A15D-405F0289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F39442-7B9A-4491-A81F-6556B661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F67A1C-A5C4-4B5E-BD5E-BDCF15A0D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FD234D-A711-435B-B27B-86B16824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8014.0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30475-A97A-4ECB-A095-5F3841D1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F3E038-9EDB-42B2-9EEE-1B0247A9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14166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D5AE7F-2CFC-4BFF-9AF8-AE2FAEB2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8F828A-7848-4B8A-B224-C72956C48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1DC8EE-91BF-4DF7-8268-89689405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1A9249-4ECF-499E-85D2-0F007970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D5321E-5E77-4F7A-95BC-80C822E9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952C97-179E-4B68-86DC-5B085D788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99BAC1-10B6-46DC-A3C5-C5F479EC6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4AA1F2-3AB1-44F9-B452-339A966E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F65946-00B2-4AAB-B115-2C4817D56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438924-771E-4DCF-8582-88F7814B0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58E2D0-ABF5-4511-8F4B-75C3BC44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C9182CA-C0A6-4A92-89C7-CE60FA69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AAB5700-2EEB-4F93-9592-32AC7175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3FBE50-68C8-425D-B3A3-79D636A46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8273.0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CBBECB-3881-4943-8D65-E8EF106E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9B1123-EFAE-4551-AC0D-6D11F77E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14355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337949-F7EC-46DE-9CDE-A4C3099D6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B7FB841-7050-4713-BEE2-20FD8AAB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994FE1-85B4-4EF1-A992-29B37A38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E6620BC-FDAC-4E9F-9A4E-99B661D5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144.0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AEDAEDF-7A32-4903-AA1D-07405569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1D766FC-3DB4-4EA3-9682-F09D73E9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ED93BCD-43EA-4BEA-A368-833026E1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3B2A21-2FDA-4F50-BF9C-4ED44298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57.5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FEC101D-C081-43EF-828D-E4EE0361B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D773CEA-FB57-4C18-9561-E7B50E8A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-536.0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9C77E9-804C-422B-A3C1-A0DF5BAB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96D110-F726-4BF5-B8D3-176A75F5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5547EA-F74A-4B86-A9E9-F226C7B18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3B8AEE5-5B62-427F-A5FE-E88DBFE8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8014.0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0B5A664-F7AA-407E-B6B4-F2889ABFE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61CFB63-D51B-4A45-80BA-DC6194AD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14166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7C81419-904E-4969-9673-B807C41A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01A76A-B52C-47C1-AC11-C56F2451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A2929D8-09B7-4D3E-B763-68E3142D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9020A8D-9839-4163-8F77-0B43602CD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7EB820-42F9-4FD5-BB1E-5B05B663C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E20C813-42BA-4FE7-90C1-50511E5A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8B791F0-FE6A-4EB8-A972-A9499C68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B4DACED-1A54-46BC-AAE0-40FE14B4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9D59AF8-F188-4137-90A6-E83165E75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03F133A-8982-47DB-B536-24FAA9B4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982F30E-0A9D-47D5-B3CF-ECE94A2C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7DB4793-80EC-4592-80C8-97EE901D1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C69FD6F-79C2-4379-98E8-8C301E28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92B9672-D2F3-4377-964C-ABE7243E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8643.0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DE93A6-37C3-4CC3-BBC1-0C471F342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1AEE9DE-2ECE-4765-89F3-1D9BF08E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13856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8591DE1-4D86-4340-955F-F0319AC5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6A2091B-F6E9-4658-8B17-7CF36141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4308B10-61E4-4704-9846-9F080DC3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9BE1C0F-9043-448B-BF43-1195130B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DD8DEF4-1E05-482B-A9BE-AA0913780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D0DCED4-636D-486F-8D1D-72C6E68C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2.40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F6EBDF8-18B2-4107-AB5A-B42311DB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D84EC57-8669-4B81-86B3-3721D903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34.9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77F15E7-0AB8-406B-AFFC-F8DE0695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BE3E50C-1A36-4496-9D65-F70D27FC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-834.8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4350317-3994-4C96-B854-E61794DD2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F5BB517-448D-4E73-A368-9008C1BD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DDFD72B-4259-4709-81B6-792114DA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28EC427-F5CF-42B4-9825-AA1135C8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8717.0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4BF09E1-CAC7-463F-AE1E-FD50796E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6DD4431-4E2C-4914-B49F-803767D0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14496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B6AFED5-1A03-4000-B33C-CE527FF3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5DD9340-0FD5-4CFA-AE34-FD10DE70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39E0B8A-5D1E-4E19-9B76-E2603F19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6BC3A96-0513-4801-BCF2-AF835441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C3331CD-7D46-43E2-B24E-EC606542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708E1D6-5929-4C1A-8CEA-C6DDFBC49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2.44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5C45C0A-BD5B-4FDE-B509-51B9BD96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D64E017-9E29-4D11-99C1-94053DDE8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43.6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E2893EB-FBAA-40F6-A6B9-8A37BE9B6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8F1412D-BE00-4602-98B8-C9AB8DB8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-372.0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C55438D-19E6-4ACD-B36C-3517BCED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3D60AC0-9F9B-44E8-8EAE-E89C2484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I15.0/N50.0; DAP30: I0.0/N50.0; DAP45: I15.0/N0.0; DAP60: I15.0/N0.0; DAP80: I30.0/N100.0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AE0E56C-3358-424D-8A7B-4D35E9C7D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CB5AEFC-5AA8-4499-8C90-27DAF350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至少一项领先，初步稳定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PPO总量：I75 / N200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产量差：+74.2 kg/ha (+0.9%)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WP_ET差：+0.04 (+1.7%)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PFP_N差：-13.9 (-24.2%)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胜出：yield;WP_ET；seed：2/3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3E29E57-AAB7-410B-ADC0-41DB4110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D0D2CF0-B030-48E3-B8A3-8E6972BE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1758329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e6bf7c1e54aeb"/>
          <a:stretch xmlns:a="http://schemas.openxmlformats.org/drawingml/2006/main"/>
        </p:blipFill>
        <p:spPr>
          <a:xfrm xmlns:a="http://schemas.openxmlformats.org/drawingml/2006/main">
            <a:off x="2400300" y="417835"/>
            <a:ext cx="7391400" cy="5946131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8F5F79-B13B-44DD-B948-63DA9C21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265757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79B296E-8A32-402D-8EC1-5F8251010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FQ｜数据表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3223E-341E-434B-82F8-3437A913A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富锦 2016：精确终值、PPO措施与seed证据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23829-0AF7-4C30-BC3D-CB020E6DA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F47E07-4F3A-4234-AFF0-6F5BECA5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E886A-9F7B-4F64-988C-7FADB93A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84EA5F-7B65-4194-B600-23AC8ADD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78F88F-0408-4879-A683-632776ED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BAD64C-65F5-4F7D-8914-D9BCC8BA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48DBE5-4CED-480C-95CD-BBD10266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7AF7D-81BE-4B20-95E6-59CF3F26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2E7543-77E9-4E21-9A7D-DB3BB07A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A06D84-3522-40D8-9B67-1422DBBD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2052B4-C3EB-44EE-ABB2-A60977B3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26D44-C158-464E-8C89-C8BFA6E68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EC3619-5204-4B12-B292-D9921756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2E2294-B305-419C-B6B4-838B54A7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7C4614-175C-41CC-A2A5-9BC1A55B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D7AAB9-781F-4FC0-8713-A99F9CD1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5B57B3-5CCD-4E0C-8E8D-FDC5BF84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6C594A-C1E2-4018-9345-BD282131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024FBC-9836-435C-BA60-2DC424EF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E8BE1-8BC8-4518-BA3F-E8A72C34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EFEEE1-3562-4F68-AFA9-BF92324A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7066.0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7C070-1A82-4446-B120-F8DE74F5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6FFBB-0BA2-42E6-810C-F0BB217E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13148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540738-D682-4D88-8403-C6D606A7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E620B3-EDF3-4F5F-8F36-25AB59252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0932F9-7B47-4B4E-953C-29E1DB3D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15845D-095A-4F2A-B79D-8B1F6CDA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7EE180-AC37-47ED-9016-1AF98F4B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A07A9C-E340-4F00-9C2B-FA18F2D7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2.40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9F390D-B30D-4735-B428-CD82BF535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43A112-B842-4C18-94DE-A533FCD90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43E402-3B83-401C-8D93-1DFFA459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E18119-5195-4B22-B010-696ADEA1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1C05E1-BE01-4C81-8B58-7CF4C958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48539B5-FD90-4FBF-B5A1-4C6D2C54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CE86B0-233F-4D1F-8E0F-5D42F99E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37CCF2A-BC52-4E24-A248-1F290650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7933.0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670495-9D14-4F81-AAEB-A75A9A50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A6C98C5-0DCA-46BA-8798-77A0489C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14008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BA24CAC-3876-48F2-9A16-FEBCA800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AAAE5D-3FCF-4754-A0F0-AF44172B1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A0C739F-B11A-4003-AF8B-23302530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7C785A9-39A3-4300-B6B3-4893BF49F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144.0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6900B08-5846-462E-A5B3-4F3036997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B6877B-CB87-4071-87EA-9114E5A9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D8CBBE-3784-46CE-88FF-E3F4832D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E25C7B-7CE0-499D-A5AE-0558C8FB1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55.1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3EB0A0-903C-431C-B431-928346E9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3F77D2B-F14C-4B88-A1B9-4C3BEE66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72.0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E64B9D7-C739-4A34-9401-B2078A49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2D3FE5-274B-4BF1-8457-2734376D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2931CB-3466-4E44-81D2-E8F44ABBE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F7359B9-1DC8-4908-8A48-5D3055FE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8012.0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6713C5E-47D0-4FFA-8145-2786D686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4396071-CFE0-4A8F-946E-AEE8FDF5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14095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CC0FA06-31F4-455B-9818-7CC96615A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9BCA9A-B600-4633-BC4C-FB995BEA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59.9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4AAF93-E893-45B3-A55C-320B0208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CAA231D-B216-4297-B4BD-9CF99346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F15EA7-D051-48FD-B776-9503A5A0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9E15C53-354B-436C-A48C-A7E7C1AA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2.48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4EA131-14E5-4274-AFCF-A9D93D90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6924CDA-19CB-4DF7-BBC0-B4DEEE9F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91F071-18D2-49E6-9EED-DC867F4D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0FA63D-186B-4A7A-843E-37F722C0C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886.1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2BD0017-3B75-4A7F-8EAB-D5B44237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46EA0C3-D471-4514-A0D5-9C11899A5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1CA3AB0-59E4-41CC-A257-EC766981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92D2685-AF43-4702-8B96-A85B47DE0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7940.0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6CDCEA-5142-4B76-B924-84C48BDF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D4313D6-8A43-4FEE-8DD9-7F09E74C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13769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760AD0C-8BE7-4AE1-9C65-841D7D3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1402271-C75A-4612-8D75-35E9EB31F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EDA828B-6666-41E1-A271-A05D2371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03888A4-0AF9-4C6B-88A2-CB7C1D47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9838CC1-820E-4F65-9EAC-DD24D705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8D65D88-CDD4-4EA8-ABC5-5BD6B5AA6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2.35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095D2D42-B425-4412-8F37-1A1FC200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860AB68-383D-424B-8B1D-7FA1A5BC8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32.1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6FCE8C6C-6174-425A-BEAF-321F7E75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8D37687-AEB4-4BE7-A148-4A76C148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-559.8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AE659F9-D275-4101-A49E-36E5E0373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F710975-43FE-42E0-8A32-B9578A6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404D8E1-7F70-4538-A55D-8E1877FA0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16051CA-10B5-4E6B-A769-E757A696B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8012.0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1F6523E-A36F-46C8-9E93-69991621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8548D45-FB42-4979-88E9-BAF1826A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14083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DF70E94-AE44-4BB0-A824-71F4A492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684361B-2D4B-4573-A81B-7E0E5700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9DAAA62-E371-4CA1-811E-52F91E0A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3C4DA9B-6F50-4426-9F03-545EA05E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8B6CC4D-A1D8-48C9-B39A-EEEF4BC6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4F68B04-9D32-4341-AE24-6D7D968E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2.41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62E95CC-DA9D-4454-86FC-C8122F6D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5C899D8-8E27-4021-B399-09CA9EF2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80.1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7ACA48F-BE02-4C8F-8DE1-7733771F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E7D1142-BAC9-42D2-91B7-A529B8F4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371.0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B162F77-C797-45C3-9865-50E8E47C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81585B5-7F07-41DC-8618-354F9AB9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I30.0/N100.0; DAP45: I30.0/N0.0; DAP80: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3872EE0C-F0EB-4EBD-8807-F11FF7F2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76F4BCE-39F5-44D8-8EC4-FEE57CC8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近产量、氮效率优势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PPO总量：I75 / N100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产量差：+0.4 kg/ha (+0.0%)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WP_ET差：-0.09 (-3.6%)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PFP_N差：+25.0 (+45.4%)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胜出：PFP_N；seed：2/3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EFAD613-0905-44A8-8900-BE114B65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4726918-E009-4024-BD05-5189C01B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394820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add0fb0d9c43ed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E6DBC-F148-42EA-AC6F-380D669C2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499872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430C832-B752-4182-8EA9-56D21783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FQ｜数据表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7DEB0A-64B1-4F6B-82F9-2243E010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富锦 2019：精确终值、PPO措施与seed证据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541CC-B107-4AF1-9A1C-B4420A35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872C81-4B7F-459E-8BE4-371DADBB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F06D7B-21F2-4CF3-9021-71C1B174A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21779-CD24-46CF-83BC-844F702A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FA49D1-E83A-4AAF-80A3-205D912C4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D0AEDC-C3C5-4521-A33D-C30E38237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8C8667-1476-417B-9388-D645D53AD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80A0F-1E9A-413B-94E3-52F02633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D4A7C-E3F2-4A91-B29A-18DA8C6A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8E1238-2E97-4B7D-9DB4-2F6F4428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F432E-9585-4E27-92C0-C4CAF197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E71776-18BE-42D6-962F-BBE5FB22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259915-18DB-4058-81E7-3E7814FD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0E94D-4ACB-4771-A379-3917043E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AD20EE-1F4A-4614-999F-1AEFDB67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1704AA-22DA-4A60-BC15-EB305CAE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A720E-61DE-495B-B904-69871042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D584CF-76A3-4949-A7A0-7C4B1887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A18DCC-2009-4A0A-B9BD-DB3DE9FD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40FBC3-BA82-465E-875E-7A98439B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E9AA2F-9860-4FDF-B359-21C63DF7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7050.0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5F3AC6-F130-4EBD-9E17-A6FF2ED2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07C2C5-86F4-4007-9036-0AF1C3144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13565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C0E6D2-508B-412C-A53F-B66BE4C2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2E79FC-3339-4C64-BFD4-6A2E04FF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1FEA10-B6E6-4E82-B8DD-FCD2DCED4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9DC61B-E93C-4E82-916D-A7BCEE94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AF76E5-E076-406D-BF94-F1FD2F0D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1DE521E-224E-465C-BB2D-8BCEBECC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2.55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3E5EBE-1280-482F-8418-C0EB8388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A062DF-E9FA-4837-AE0B-86605FC0B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84FA8A-21C6-48BB-80FB-6737F765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F8A382-A8D1-4857-BFFB-4AD4AAB4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78487CB-E913-4D9A-AB2F-6AD299818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6CFD090-8982-42F6-A052-2ED7A4DC7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716E53-2D9B-4716-B4FB-B98956CD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815ABA-556A-406D-8AAE-16E917D48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8041.0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B7D63A8-BBE6-480B-A4DB-44B53BDD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A25D61-017D-4409-AAE9-735E7341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14540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730B40A-F766-4876-AE5B-ACA45F3D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5CB9DD4-9422-4B26-8B1C-E0A66A9C7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5794E5-08FA-4666-947A-39D20B66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2458AE2-F63F-4D64-A2E7-E3A5699B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144.0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BA67A9-5C80-4B21-8355-0B74FA3E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F0C773-9D0B-4E77-B3FC-CBCF2048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5888C4-6C02-432E-9E5B-C2A90C8E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08E3BA-F4D0-41D2-89A6-2F7BC21D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55.8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B348ED-6E8B-4E6E-88F6-FA0E1A7D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F3023A-080A-44D4-B7E6-80B3EEC8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196.0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96B2EC-29E4-40FA-9E79-4E17D3294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6282350-37E5-4F7E-8EF8-DE4527FA5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920E36-1A70-4701-8DB1-2F5D272E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6C3881-878E-42E5-9023-808181D0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8458.0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738FF2E-FFA4-42AD-BCED-DBD15CF0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22483DC-95EB-48D9-8FE1-B28B7C0B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14959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1B8F8B2-806A-4A45-A5E0-488F3074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2FE0B5B-741E-4ABF-BB83-32BCCD10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114.5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8E2F71-95A6-489D-AD5B-12C038F69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D9F115-B7C8-468E-BB5F-3645521E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7C93E86-2009-4C2D-9865-F49C445A1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DEC0BEA-2EBF-4563-83B9-68BDF10B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2.46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324D9A0-4148-4DB0-BAA3-C923B940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2A3FA19-D6B3-4FB3-AAE5-10F43366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7B83871-E8AC-40B6-B161-05B177B5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2B717E-889F-488A-9BC2-93A714B3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1293.5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567CE28-47DA-4093-9A06-03F0C2A0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948DBFE-A388-4234-99D9-0CBF41D49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E67B325-6698-42C2-989D-9445D619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499413A-F5F2-493F-830E-7AC4E49A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8821.0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A0D88F4-510E-4335-87B4-47E119C7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7EBCEAE-E64B-4A82-B53D-BCF368A3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15011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BEA6AC2-D459-4906-B797-CB894B1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B548326-731E-4132-8539-DA450ACCE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26A0B13-DD54-4425-B216-FD7B23AA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270C5F6-6E30-4B9E-8E3E-647E5D40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A5FD3D0-7942-4695-8683-85B3242E7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B9E4971-3AC3-4882-9898-563D90C8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2.54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9B7825F-4279-48AF-BEAA-2939B418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8F1E400-6644-4B08-B650-0356549C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35.6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87C8864-3459-4D80-ABB2-007DF108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D74D6F5-D416-4D99-B633-5FA0784A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307.2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A980758-2E17-42C6-BB38-F4D48F4C4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6CAC5C0-EF46-4A21-A114-6D4BD04B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78F1D87-1777-4329-B2F1-2AABDD0D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6AAB19B-B036-4E1F-B0A0-C9D6D34B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8446.0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09642C8-EFB5-4689-BA9C-D3D8961E8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FB374584-8A70-48BF-9814-4BB4EB54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14934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BC6D3E0-DDF2-4F33-B54A-8F93BB23A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BBFDA00-2245-4E1E-BCD4-390DB88E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45.0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E168131-5CEA-4F9E-807D-D2009EB0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95EC27A-1902-4736-AE7B-822931A7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00B390F-57C6-45FD-9F91-E8AEE13A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803DDA8-CA15-4595-A522-31BFB8DE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2.73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362B899-2029-4B3C-8DDF-EBDF624F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5FBB792-D73C-42F0-8E4A-FE815746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84.5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5968C4D-52CA-442D-A6E8-A5CE1DD4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D01D36A-A058-46C9-8047-E60BD258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851.0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12CD35D-F5DC-4C6F-BA14-F3E43F30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56D9A4B-C050-446C-9773-6D67CBAB1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I0.0/N50.0; DAP45: I15.0/N0.0; DAP60: I15.0/N50.0; DAP80: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5B8EEBF-D237-47B6-8DFE-515F4DD5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F3DC426-7EF2-445C-9CAC-182EA9E6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至少一项领先，初步稳定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PPO总量：I45 / N100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产量差：-375.0 kg/ha (-4.3%)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WP_ET差：+0.06 (+2.2%)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PFP_N差：+28.7 (+51.4%)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胜出：WP_ET;PFP_N；seed：3/3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5CC704A-9BEF-4D4F-A155-9D1B623E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DDEF6F8-685A-4D58-B4BA-DE3265B3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431080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906cb3ef1a4ba3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72A46-46AF-459B-B97F-18BDC1B0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2922406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33105BF-B387-4F76-A891-20F9069A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FQ｜数据表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9DA17-3896-4C03-A69F-353178F9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富锦 2020：精确终值、PPO措施与seed证据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02554A-5A03-42E0-9BC9-092B2962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AEB97-567A-472A-87D3-1D374C80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65666-792F-4A58-AA5A-908159A8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B5E2C-9946-46A8-9138-6DB7DDF2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C4D9C2-FBA2-4BF8-890A-C2DD8826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0D2384-3516-4848-B1A9-959C0E92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04CE8D-0EC2-4920-8B86-862A05535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794F58-1B91-4A22-95C7-5675D45CF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B0726-7590-4547-B988-5E76E2A2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45C28-5C32-48E4-9191-D27C74D03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4011A8-0D88-48C8-8F12-5D209067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5042F3-C8B3-4D29-AA1D-063FB210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23FCD9-C9AF-4EC1-8255-A051A858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236E6-F9CC-4FBA-A9D5-AC9F44BE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89606-A9D4-45AC-8C62-970E9954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E2D7DE-D313-41CA-A4F9-FFD8CC030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08D6CF-E79F-4709-ABF3-3EC3F24A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CF43C4-DB4B-4BE7-8F92-254E5870A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31A468-47FF-465E-AC77-693331E7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E42AE-C1CA-41C8-95E7-B36F9A0F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7F439-71C8-4BCD-B53A-D5F6A1B59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8514.0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41F87C-9FF6-4EB5-BF08-140A239C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E09662-43EA-47AE-8C0D-F6AC1100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14350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585CBE-5208-459B-B6B9-7CD18514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E282D7-DB7E-4D00-9FA1-F8950D58E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61CBD25-890C-433A-8A64-93E9A1B3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B45215-9C91-4100-8ADE-05D849697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3CDD6D-C848-4A1D-B64C-896B6588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FE2334-9CE6-4240-8BD8-5F9095A5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2.38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73DB23-47E2-493B-9D1E-212CAD6F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ED9D1A-8F35-43A9-9243-148D3317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C5B1316-E8EA-4C6F-BF58-750B0DBC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2BE5FD0-E22B-4698-A9AC-571D59476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573057-6CFE-4054-A9D1-5716727B0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02195A-0BA2-42B9-9B1F-CFC21CBE1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2A6D43-6B74-4572-BD20-F53E114D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E1D3FC-24A4-4A7C-BBE2-F270CEC8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8956.0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19580EE-34D1-41D6-B7B9-1CD6A47B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AFE8D6-227A-41E4-8D5F-94AEF161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14793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7BAF61-3B7B-4CED-BFEA-73E678DD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FFEC9B-CDBC-4324-AF96-72E99A1A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2EECE6-B144-48E2-A3CD-08A917D0D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1E6546-67F2-4040-AC76-08B3798F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144.0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C055FC-8B80-4CC2-B881-B1608277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C379284-59A4-49F7-91EE-F56E1C197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2.52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43E7D9-A5FF-4C7C-9A3A-2917BC18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1EE84D-7DD7-4F7D-AD02-510C90F07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62.2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574B49-C32A-4B1A-ABBD-1F65C07B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89BB29-85D7-4F11-8666-06EF3A83A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-353.0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B65E020-6843-44EC-B52B-F406530C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9AEF98-D69F-419A-BB4B-04B83897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30942B0-25FA-4027-9DEC-9C8B8B72B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4C341B2-7919-48FF-B4A8-ED5D487E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8514.0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A0C791-3777-4696-AE64-A8EFBC15B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4B2F23C-BB50-4BB3-BD83-7FC3F1A23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14350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401782A-C92B-486E-84D6-C49207C4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9BCD09B-6263-46BF-AA86-6787D210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18.7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8FD8E7F-8218-4FA4-AE4E-6586EAB0B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19FCD29-E279-4DF7-B3E0-CDCAE367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27F7960-8034-457C-AAC9-D863E5AD8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314DDE6-8C16-4845-AA5F-EECF99AF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2.34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14B7157-041D-4846-A212-484983D2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F29F3BC-2963-4968-919F-65E98424C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FB442BC-F109-4428-B382-3C47F6AB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29180DB-DF63-4C6E-AD2E-57D41967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-18.7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6E5AD5C-BC1E-448A-AF0A-6F33CAFAA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FC9BD33-6F3A-42DE-BEE7-43E281A0A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FDCCEF8-DD2B-49B0-B009-E9F4EA35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C90AA74-7D11-4A2B-A0E3-D2E80B50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9541.0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5B21D46-E6BC-466D-8B99-09BFBD68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1E98215-6D01-4CEB-BEB7-BB1F495E6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14365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FBA4474-ED7D-4ADB-84E1-6B48992D1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6C056DC-017C-43DC-A694-B5F3FF59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D427F6B-B9CA-4518-B9D2-71D7AFC0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4439D75-8E0A-4B7A-9E8F-F1ACCAD9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4B9EA1F-F7D4-4C7D-849D-1EE96D6AD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7DD5DC0-8D47-4000-8F11-D60C5B06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2.58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1C6FC43-1F88-4C76-AD64-996AD333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050DE0F-AF92-4735-81F1-AB8F5046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38.5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667100A-BD3D-4DF8-8BDF-6BD7351D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5AA8E2F-A467-4427-927C-3C1F1C5A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-436.8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AE1F3EB-D320-43F7-9337-0873760BF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679EF34-318C-4A2B-8B10-0E4FB713B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528CD13-185E-42F1-BED0-0AA9D417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4F3DE58-7250-40B3-AE36-F1CE1DD2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9677.0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92B3A10-9DFE-4CAA-8FCC-3065C89A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FF1784C-A81F-4C15-AC0C-A5203A64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14703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E183150-4064-426E-AAB1-349432CC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14B503C-0D57-450B-8A5A-7D572BCE4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F1DB36F-6593-4D9E-BA20-38CAD234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19C9085-F1B9-4DCA-8423-B7A0F4A7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CBAB43CD-FE1D-42D3-AAEF-19DD2317D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252B713-1681-47B5-A520-0F35FD31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2.62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64D7685-A0B8-4041-A310-058FFE5B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07B1FC3-9811-46B6-9D78-3E5DBFCB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96.8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BAE84DB-2FDB-4C3A-B2CD-DDD6CC5E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6F213D6-29E1-438D-AC00-66E69DD8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543.0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2E86A27-C5FD-49B4-8BB3-45027B75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6A7F6CC-B340-4FDF-B1BD-8951C084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I15.0/N100.0; DAP30: I30.0/N0.0; DAP45: I30.0/N0.0; DAP60: I30.0/N0.0; DAP80: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C5C1A8E-35EC-42B9-9DAC-B2447D14D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D7B7A24-33E2-4C53-A38E-9BAA0CF2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三指标领先，但seed不稳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PPO总量：I120 / N100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产量差：+135.9 kg/ha (+1.4%)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WP_ET差：+0.04 (+1.6%)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PFP_N差：+34.6 (+55.6%)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胜出：yield;WP_ET;PFP_N；seed：1/3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D911F9D-2E0F-4825-8333-7F1BAB60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308314B-F12C-460E-8F58-6B1F021B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1479493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9b722ae77c46be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EECE1D-67F3-49F4-B67C-22483512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895966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5F1E839-6929-477B-B238-B4FDAC58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FQ｜数据表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6D696-1267-4176-A71B-D558C6903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富锦 2023：精确终值、PPO措施与seed证据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44ED8-7062-4AA4-949D-F803468DB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1EC23-CCFF-4325-98A1-5EB3DB5C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48BC0D-597F-4DD9-A871-44B17DAEB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E388A2-5BB6-4099-A16B-5C29E44F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BED1A0-37CE-402A-A36E-10591CDF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9CBD3B-7873-40AE-A845-7537DF69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ED1EF0-5982-4566-97BC-829F98E2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E3621-820C-4599-A6E9-B8CAC72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82A6F6-6F80-4A20-B893-99C0D9B5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727A80-D148-438B-B028-070464811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9197A-1F0D-4BDE-8360-67108C6F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B7E805-F1BB-4B6D-B15F-BE489959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BDCCB-D2D8-474E-93CB-8F1F8054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19F94-628D-4B3D-A13E-21FF6411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FB322-4E0B-4259-A705-96B69755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636925-8057-41D5-ACEB-36422CFD7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CB67C-5215-4A8F-91FD-D4CAA5715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2B9528-CF68-4084-9A38-68012D9F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720868-9E08-4F66-B81F-403A1DC1E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3CAFD3-925D-4B93-9DDA-8410E3635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7F15AA-85C6-49CE-9A31-50E4257A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8868.0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BFA65-E5FB-419D-B76E-3FA97813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AA55CD-1FD6-49B2-A609-A941EEC2D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15818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9E5CA5-5AB6-4FC1-951B-F274A43D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8189E9-3122-47EF-8A0A-DAE74A65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16A0A1-8000-4A92-B4F3-625CF1B0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E995A7-14AF-44E3-A319-A9499FD7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3C8D5EE-D3CF-4358-9D1E-5A6C257C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907B6F-D648-49AB-B4B5-2C6D5A07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37405C-1077-46E5-B7EC-4369E2F0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8DC41E-4F52-4552-A11C-67A9686E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554A31-AB74-4164-9E03-1FC74CD3A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ED9A33-6B2B-4A79-AEEE-E5C245F3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32C1DA-5872-4A69-8EC5-9FE204893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F89E6E6-C0F2-433A-8B6C-9375A492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157EDDA-F4B8-4EC7-BC07-A348F708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C08F49-BB0F-45CC-85E4-DF513627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9097.0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73ECFD-19C7-43B7-9F15-08C6D37B5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D2AD82-6767-4744-8ECF-D95B665D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16036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85F3E03-9F24-4DD7-AA81-81CD4A88C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111BAE-2B3D-425F-A13D-9CF8BB2B7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CB1A65-5459-4E29-812C-F97E172F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26C45FB-892D-4C33-AAEB-160CA567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144.0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DDC9BF-086F-4DE1-8802-2E43B299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3E961C-7E7A-470D-A896-952AB5402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CF0311-C922-42BB-9DF8-4B47BC96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C2CB8C3-F9D6-44C2-B6F2-7C6EA934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63.2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7F5CB51-919A-4BF1-9ECE-3A549B2E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1338461-767D-42FE-84F0-D3177904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-566.0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7B884E-EFB0-4EDD-8753-6C21742E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A2E9A6-CECC-40EB-B76E-1EAAA29B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E6A038-AEC9-41A6-8BBC-FAED85CC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E49A57-FE1A-47DD-8BBD-AC2EC209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8861.0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6B0CFDA-37CF-4152-8CF1-69426068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D8DFF3D-6A5C-40CD-8177-8D9974AF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15809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5EDCDA5-2721-4964-BA82-57E2A9A5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4333FB0-2F52-46D2-8D1D-6253ECDEC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38.5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E813129-09D9-423E-BB71-CA8C6E93C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0136E81-03E5-4DF2-8354-E9082DC9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9C83DE8-983B-4DE5-A095-F766F0F5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D07C85F-6FDF-4E67-9160-921713C6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FFD3AA-8D89-4B9E-98DF-145A67B0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95A4C8B-0312-405F-B2F5-1849807C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1F89B8F-F370-4DE7-943E-7484B899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CAA5220-8A2D-4FC3-9793-8C5399A6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-38.5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7C7C1B-ECD8-4061-893B-20C0AF06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D1BBB53-FCC7-4A79-B1E0-8AF2E490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B5400B8-8BCB-498B-9165-AA2A6BAB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9E274A9-B1EA-4693-AABD-40D0059F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9284.0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C0DD9F3-0679-406F-82C0-8AD4814D2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EA1362-30D6-4212-BE90-547C7034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15622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99281B0-A6BD-4D0A-BF21-7994D107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31BAF6D-F09B-4E57-A236-759A88091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CBCCFA1-7F48-4ED4-9854-3151CFFC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FC088EF-94F8-47A6-AF42-CB9D5DDD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6F26A79-FAD8-4592-8E8F-0E4AAD314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273E6D8-B2AB-46B8-9F37-4F6E2CFB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93695C6-CEEB-4725-B62E-3CA96F62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FB9E1D2-54F1-421E-ABF7-2980B2E0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37.5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4E075BD-0461-49CB-8B3F-345531FE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CE31E3A-678B-4C99-B25F-830E589E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-1017.8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E881922-F225-4FD7-A481-354672F0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D111C9B-8F83-4025-A333-504822F3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CCBC2E8-9F76-49DB-819C-BF6E5FA7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2CB05FE-FBE4-4AF2-948A-B3A72E4E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9100.0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258A89E-ECCA-4B0E-9749-28AA3AD9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4A755FD-952E-4869-A17A-684E6BC4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16037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4DB946B-40F8-4FB4-A92F-6A730E948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D1E8223-D970-4015-9546-894B9ABF0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D3A7A17-8FA7-447E-AED7-95E27C9E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16E6B892-3FB9-49F7-B847-8C5270E1C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12D4D98-A552-401C-B5D8-5FF2ABC4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C73A7A5-D954-4A56-8DF1-3913A685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2.65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DD11599-370B-468F-B49D-34488648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49D666B-6EF2-48B1-B31C-46FD8521D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30.3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B8B6072-4AD7-414B-97B8-EE8BC22A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78064C9-DE42-4F37-A04C-5495EC63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-1328.0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A24213F-224F-4C04-A885-70E71F939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A44836F-32A2-469F-B38C-DDB88D36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I0.0/N100.0; DAP30: I0.0/N100.0; DAP45: I15.0/N0.0; DAP60: I15.0/N0.0; DAP80: I30.0/N100.0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7669B74-63AD-4FDF-9A87-3F08C175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32F343A-C765-47E2-B23A-D8C769A9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存在候选，但权衡或seed不足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PPO总量：I60 / N300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产量差：-184.4 kg/ha (-2.0%)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WP_ET差：+0.05 (+1.9%)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PFP_N差：-32.9 (-52.1%)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胜出：WP_ET；seed：1/3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1FC2589-92AC-4A91-A81C-C093346B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62C6024F-7D4C-419C-A2D9-7ABA7E36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6217774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80c4aa0ca44e23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2DE3E6-2C3B-44AA-AC9F-57E61E8D7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4169119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68720DC-658B-40BC-9387-A8368E66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HLA｜数据表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E9ACE6-36C4-481D-932B-9BDF3F0B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海伦 2007：精确终值、PPO措施与seed证据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16CB12-D309-4B53-9E0B-0D8DE02B4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20EA0-9344-4129-974C-35304116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C48F0-F0B6-4249-966A-82C0DA95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411A7-2A6B-46D9-BBC6-A8677AC2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798788-8B59-47D4-984F-A59BBC65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41EDB-1D59-4531-AE32-04D22BFC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58720-6828-4200-B998-6AD402FB9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78F82B-9D3E-41CB-A362-E3AEA477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6991EE-6FC8-49BB-A971-19A8E3380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8A86C-15AE-46F7-8CD8-BBFAECB42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173F0-779E-4DFD-95DA-1C82D9A8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6F9766-C374-4A5D-8D3A-3536A2A7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D88571-6D15-4EC7-9CB7-EE796FF9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008FD9-CBCA-4A0F-8006-FD7500BE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193672-E410-49B8-9B3F-FD30F3BF5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ADD762-0B90-4F37-80B9-CCA7E5A7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3E9B70-C4C3-482C-95C3-04072015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52A9B4-F2F7-4463-AE52-1D0DCDDA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756AA-8DB9-4AE4-8954-CD0D7D21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C30220-1535-48B8-A1E4-01D13162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6722FD-492D-40D7-B683-2F19BFD6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6596.0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93D417-B3E0-4D37-A499-BDCA55C4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FA085B-4004-4094-AECD-3A73982F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17813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514FB3-D5A8-4160-9818-1942A5F60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94CFD0-3535-4692-872E-62B66642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27C9F6-DB4F-4868-BD77-F21392CB8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53FBB6-ACD7-48FE-BD03-E4815F7E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AE0117A-2BA3-4C17-AAEA-B84F3CA6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7240FAD-713B-4FFE-B510-4E65A6A9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1.49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7179B07-D08B-480F-804D-962B32CB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DBDDC9-D1C8-45F4-860A-69E8ED90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B08FB0-EFEB-4587-90F0-5DD99E59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1CD3991-15DB-4AB0-AA4F-E53B0ABF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B6CF25-1E7E-43CF-90C4-990AE60F6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39F9E4-1937-468E-AC0D-D0515854A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9052D0-7C26-4AF2-8A17-A5619337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65E064-AD70-46FC-9A40-0CC03DB6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7339.0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639C91-4692-43F6-A854-47DC5B8A3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A58B7D-0A1A-4262-A063-6388A30E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18862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1856FD1-28A6-4C1D-BD12-FBE7A0BF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0A8C70-765C-466A-A56A-EABF93A5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B2660F-708C-4A5E-8186-895D8EE7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F244130-56F2-4C0B-958E-A8FC6D29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165.0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1D681DE-0BB9-4BD3-9CDA-C9A3F4EE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8239D9-9AC0-4772-8A3E-9CA66E6F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D7CD3A-7344-4EB1-A9B6-C0313A20E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6BD9A4F-DF65-4462-863A-C426AD1C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44.5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27B747-F737-45CE-9777-54DFE23F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48EEA6-5A8F-466F-AB00-C9B5D688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-112.0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07FA167-3FA8-48D1-BFF9-5CEC97FA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D86B811-B3A2-4EE2-AE8E-C5D681D56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E68A1CB-963D-4012-8BAF-EEFF1E3A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833E39-2B64-4899-A2ED-DA963D91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7986.0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E9509A0-B77E-46B3-819A-F9ECE2AD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1BB2320-0816-463C-899A-1DA77D828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19799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E551746-7BE0-4956-9E8A-968E7263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1EA83AC-5991-4E52-9F67-708DABFA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143.3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EB48BC7-5DB2-4B35-B7B4-87EB6122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2CFB587-2BB4-4C27-A27B-2697BEA6C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DE77F72-7500-4703-B05A-CC18AAF47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DAE9B80-3D11-415B-A57D-BBF7D34D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5D2141-363C-49C0-9D77-94A1A721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FDE081F-0D4C-493B-9782-87DE9E03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E0C42B5-C0AB-4F2C-B598-A4502AE4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89C460F-0DA6-4BD7-A0C2-D7EABB2A2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1246.7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830C85D-0F00-414B-A3A7-C6801978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8E4F91A-E77A-4423-8D6D-C3F90CB5B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3FBD449-C7BF-4E20-A613-5F58F305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5C7778E-5248-45AA-89FF-A9D9D3C40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7940.0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A86F7B6-B9C9-474B-992F-4AF71CDC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341F812-29DD-4BFA-8D9E-DB68153D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19297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28449E-BA6D-4959-B02C-DB9EF2DF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5C9C80D-5F37-4D8B-944A-1CC3E097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C39067D-8433-4F46-8E24-0F647FFA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2E8366F-E78F-4E43-90DF-C4991F5B5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8A2E93C-412E-408D-BCA0-09225724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E85A2F-4BF0-493F-BBD4-76A63F06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1.55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B900369-F7B6-4268-829D-12987DE0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2E6289A-B89E-49CF-8DF9-D5CBAE87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26.5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75273BE-0C8B-4013-AAA0-1F71D618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1070188-4494-4579-865C-FF7107335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-422.1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74F3213-3425-4275-B615-C9FDAF7F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13B9D77-2B19-4B5E-BF90-3C6F9987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B9A8995-654B-4C6F-B608-E9F7DF04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C781D94-0C90-4158-B7B4-3E73C371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7987.0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635E73E7-37C1-49AF-A3B4-25440AC0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F4684F1-7085-4024-BF10-D3607454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19812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3E4B30A-AED4-4D0E-9B39-A4F06A4C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DC23ABFD-0391-4167-A73C-C95CF240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7AFFBA7-57D8-4FE5-B98D-D03CBA59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AAC0A4F-433C-428B-8459-53C41AA4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DCB9E6B-FF37-464A-93F4-17A1C920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8CF77D5-BCAE-47D4-AF74-16CA3E72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302E452-A5A5-4DA7-8F85-047F360D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0CEE12D-9258-4DB3-8202-915FFF8B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4CDEFEEF-220F-4216-B5E0-B1B6435E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B2BAF5C-B335-47DD-B134-14170467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1301.0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84950E7-F356-42A4-B04F-4B84FB32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5698756-E5BB-48AC-A0FA-CD1D39EA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I15.0/N0.0; DAP30: I15.0/N0.0; DAP85: I30.0/N0.0; DAP110: I30.0/N0.0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34DCBC2-14F4-415E-BF17-1DEFC02D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94ADE3F-71E8-425A-AF33-DCFCDFF5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至少一项领先，初步稳定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PPO总量：I90 / N0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产量差：+0.7 kg/ha (+0.0%)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WP_ET差：-0.03 (-1.9%)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PFP_N差：+0.0 (+0.0%)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胜出：yield；seed：2/3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45B58F7-F7D7-4B3C-8C68-F3F30565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12EE4D0-AA45-454E-A612-591A4CA86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06808863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22373c687046fb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D042C-FCF8-4409-A586-157A3E91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24951092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55EA4B2-E3DD-498C-835D-A3974A880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HLA｜数据表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9675C7-1762-4556-9876-6B6A8A68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海伦 2010：精确终值、PPO措施与seed证据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12210-AE65-4F71-B1BA-CAA6140E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6A85D-B795-4D86-9235-B445D683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F5E265-8C6F-4D89-8484-FEA3DB23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36CFB-B95F-49C4-BB08-2BE3F7853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95CB7-FA23-4D38-AFF0-ABC8772C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77F81A-6B35-4A52-A0FE-46363FC7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7106EF-1243-41F9-9866-933FC60BC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93DF33-CC8E-41A2-9950-0E430D3F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247937-42A0-4105-BE0B-3A5E2D6E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C7E87-0E18-480F-8F73-088CFA9D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55B01E-EC54-4FF6-9A17-DBD902AC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BC5C09-B457-4E31-BD38-4EDF47F4B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9F23E-8385-4E8A-98B2-F808AB47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D1D4AE-8E8A-489D-9D4F-1A3785F4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B7838-3181-4C81-A62D-8364F047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99BD7B-536D-48E8-8AAA-4E634326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0F04B1-1B3E-494D-85E5-953E81B8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573CDC-968A-4CDD-A10D-74E8F724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62897B-CA18-4209-9F81-6DDF53BC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90611F-3D7A-4DE4-B5F3-57461771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01B3AC-701E-4EE7-A64F-90DF57B8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6956.0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164CFC-F6C9-49C7-A1D3-E6660B27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659F4B-0B72-4CE7-8DEC-935C786BF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19344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C9D4CBD-8AC3-4753-B3B2-FB4836D55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38B5A31-157A-4BCC-9B8A-561F1292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E46B97-ED53-4D4D-9051-9FCA1D85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016922-E32F-49F4-A7EA-CBEBB20D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89309E-5408-4D8A-96BB-CB6548E8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BE4C62-CAAF-4BFD-A00C-795B1E4A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5408EA-268E-43FC-8555-B45940F2B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410D1F-5F1E-459C-86EF-44F558E1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79A7FA-31DA-494E-903E-2CBDC471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8EDA08-FAB2-44DA-B258-6F2434FE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CAC9A0-8844-4ADD-BA78-77B9BB87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9C6D394-3049-4B5E-97ED-E71A47B8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EFB130-3BE6-4CF6-B69B-B00D80E0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D4CDDCA-A73A-47A9-8E04-8604396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7679.0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E79196-68C3-4236-B428-0702DBE2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110154B-CD3A-46EB-BBFA-EFE9338C8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20665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B5E91F8-7785-483D-896E-BEDE656B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D8327C-5701-4384-950D-CCEC0533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89D0B7-D85A-4720-9F1B-C1634FA1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EA587F-4C52-44A0-8BC6-BDB0B134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165.0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978A910-BC87-462B-8C15-DA09F2FC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59703F-D26E-4F9D-9EB0-AC43629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1.70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E20370-3279-43A7-B96A-A9A4F95A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30C3D6F-A2D9-4290-8F17-DE45083F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46.5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2BA1EF6-9F5A-41BD-BE3C-3E711F375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6ADA91B-A3ED-45D7-B00D-3A5371DE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-132.0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AA4BE7B-D329-4EF3-9D12-0B22634A3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879917-4A24-40FF-92ED-3353F509D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675AE53-32E4-4657-9712-43B627D5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C08AF98-8B44-4409-97AD-6D605510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7854.0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6344B0E-F0B6-40CC-8B19-EA1D62A1C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204AF3-3425-454E-A264-90EE21D3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20874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232BFC-3558-43A1-90D1-56D013050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5EF6AD9-BA25-4F0B-945A-726A20921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190.4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9CF4981-12C9-4980-B399-A35E98C7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695AC9-DF9F-45C1-BE9E-7D55CC79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5698F6-24C3-4F5D-BE96-B652FC9E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7401F4A-48C9-4504-95B9-98FEDEC0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9E19B2-4186-47BF-8099-56951008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852D48D-9A90-4E89-97B3-D742B9D02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3219FDA-F698-4C89-800B-3EE30FB1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F67DF7F-F0B5-42AA-8F51-FB22A6EB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707.6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A53D81D-C517-4E6A-B9A2-1DDD1BAD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C748D74-226D-4AA1-87D3-9227696E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180C8B4-9848-43BE-878A-61DBBA8E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036591D-4C4F-452E-86F1-D2E679AC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7854.0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A11ACA9-96D3-40EB-A4A5-718FF69B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86C9547-F843-4F60-994D-C2C8296C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20571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22DC5F8-5B02-4B88-9A83-FC386AC9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EBA331C-FBE0-47D7-B0F8-CF4DBE2B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F69D490-A1BC-400D-904D-24AA533E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A3DC9C0-11E9-4CBE-9ADE-D330F403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3D63656-9D8B-4214-A9AF-6EA330E6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8E1E37B-08E5-43F7-948E-A3095E05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38C1043-4E70-435A-B20A-425365549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FF60A3C-475D-4AB8-911C-E1984F92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26.2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B8F4842-8504-4E07-AD0D-09CACBF5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B702FD5-8C00-4751-9563-4A78694C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-868.1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E480BD5-FC9E-4329-A84A-C5B0C7CA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430E043-470D-4130-9FE2-4CC43CB17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0B79803-7E26-4183-992D-1B3DD733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65A0177-8EF7-48AE-A778-82E99EDB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7854.0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8D47E0B-2E98-446E-B114-EBCE5A65B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BE71C63-AA3A-4E34-B99C-0BA1A613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20886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A6980B9-67FF-4B1E-8214-A15FC48C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5892DFC-4661-46BA-95AA-8AD5BCEB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1E01095-2E9E-4374-956A-EC44485A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377E049-155C-4E8E-8CD3-23E66A1E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ED8D48C-8D18-4F70-9834-53BA2632C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8086E5F-BEA9-498A-A598-726295A0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1.69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4DE5383-41F0-47B9-8D31-BB99D3D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B541E9D-F411-43C1-8C91-DEE42D06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157.1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1656570-71F9-4E54-B71E-6C124A76F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E763E9C-3DFE-4D02-9F79-CB4BBEE9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558.0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832E013D-FC35-4AD0-8104-4F3B48DC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57214B1-9782-448A-ABC0-3D98549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I0.0/N50.0; DAP65: I30.0/N0.0; DAP85: I30.0/N0.0; DAP110: I30.0/N0.0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8448EFC-1E95-430A-8380-938B2549A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DDC4107-3F6E-405D-BBC5-02AE8424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近产量、氮效率优势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PPO总量：I90 / N50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产量差：-0.3 kg/ha (-0.0%)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WP_ET差：-0.01 (-0.6%)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PFP_N差：+110.6 (+237.8%)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胜出：PFP_N；seed：2/3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5E4C2FB-A7B6-438B-A09A-E2776C5EE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D3C8F13-C266-4320-B809-9A8E5932E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74746809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149768f8645eb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1517F-3586-4591-8091-DCB08DCB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87714346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535BFBC-19E9-4E7A-BFE6-31FF494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HLA｜数据表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631CF-DB19-47FB-870B-9A47DA25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海伦 2015：精确终值、PPO措施与seed证据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94F68-30ED-46B7-8614-3D58275F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5ACAB3-95B7-4D66-944D-4C931AEEA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BB9EAF-5E9D-4AD0-B515-74BB86CF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5F04C-FC7F-44CB-B0C1-D678F845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ACED88-FEC9-43FE-A060-A6347E60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A34572-2F75-4674-BF29-F52091CFA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30CD5-6590-405A-931F-CD421A23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01EB4F-EDC7-4D11-AA9D-84D1E274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ECBD1-9941-424C-988B-058E8B8E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120773-2817-44DF-855F-801E61E30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9881B0-CCC9-4A50-8263-71BFC8CD3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F7F006-A065-411E-B39E-9AD6004C0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16B91-BAA9-449B-9E24-DC2D6FFA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6341B2-1C67-4DE4-A40D-36DC5797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E4D890-BA1C-48DC-A5A8-A85DEB6A2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FF7039-98AC-412C-813D-1D8414017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3083AF-1FA6-463A-A8D8-A33357CB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B046E0-11AF-4C8D-8605-F44FE87F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2782D-F4B6-4EE0-9687-10147DA0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300AE0-2E49-4A12-B0CA-2EB7319C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E56A82-02CA-45F2-88C4-ADD84294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6486.0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FEF383-BAE4-405B-949E-774BC29B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76AF56-A163-415C-ACAD-BE9C32A4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17168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2852EE-1651-42A2-8ED8-FE3434385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FADA23-E958-459B-8406-268945B05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644EBAB-60DE-4C92-80E2-96FFFA3AB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CCAA45-A4F7-488D-84BB-65789EEB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1F49746-4911-4EAB-8AFB-9A8F42FC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F8341A-836C-465C-BAA7-60DE4D19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1.41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5076E5-A714-4FC6-9B79-20233304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CD0DBD-9553-4B5F-9CA5-56C562C4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7DD0E7-FC4B-494A-9143-A2653EAE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62DA4C-E87D-47B9-BD98-C1D04BCB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AA3234-4A7C-4D14-BDFD-0990A584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50D525-90BE-464B-9EE1-24E9BF9E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171104-2BAE-46F4-9027-C8637AD3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B4B4AC-650E-4D8D-AE08-154E84FE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7296.0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3CE6883-CABC-4BB1-BA7A-E5CA9E83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2727E9-172A-46E6-BC7D-B7AB7D25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18639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7D95E9-B82A-4F0A-9B47-4714E80D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37B39C2-005E-432B-B299-9E5FA1CF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55410E4-1782-438D-92B1-BD98B4462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0030337-8460-466F-A71E-9812BEBE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165.0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FA1E431-6646-4387-9862-43605E0AB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4C84BEE-04EE-47C3-8335-AF186016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1.50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246161-E7BA-4419-9951-56A343B0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0351DF0-B52C-46D8-9225-B5FD8A72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44.2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9B3D8AE-1BB5-4F0C-A2AC-447332447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E7C1F2-C35A-459A-A3E8-C9405E80B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-45.0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00EC2B-2D48-43C1-89F7-E85F4A77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9B2FFC0-8BC4-42EC-868F-04F13D52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9954C0-EFE0-41F5-BE96-8E1F6CC3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66499F-0658-4CA1-8F9A-5A32727DF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7648.0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D2D3B65-8E99-490C-BA83-0C76217C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DE16E21-2328-4A67-A938-64BF732C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19021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C9511B-CEBB-4515-B53F-09721E46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44661E-F010-4DFF-9535-76E9F906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141.5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273F770-B3F2-4DD2-8213-F012272C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B7DDB04-4BEB-4A31-B26E-7B21A97E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80F83CA-1AB8-4008-B7D6-EE5F69B4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A7C459E-29FA-4933-906A-4D892260B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D600686-9F92-4FD4-9750-4340FF29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3550EF8-0355-4FD2-930B-630B1271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1638F47-06A4-49F4-9852-004CDFF84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FDD4277-3246-4587-817D-5F0B074B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1020.5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9AAEBA1-9EE7-4C60-8299-D7831C38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1106A5-1542-4743-BFD4-C6C93E83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FC485C2-8E23-4582-BCCC-47055B7E9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76F9064-0621-4919-8B8C-02FA4D774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7603.0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A6025F2-07B4-4AE1-9803-93BDDAF2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3D15E60-F38C-470B-B6CB-8F4BFE62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18472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15F8A61-1932-48F7-8E6E-AE1F6D90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8669EFD-18BB-4D61-AC35-5367546B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9B41E7F-73E9-44E7-8FA0-6C3A01A0D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BF351BF-A77E-446F-A766-48562BA4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F03B66C-450F-480D-BBFC-C67B7499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14E85BC-6207-4C2C-A536-B6FCDA55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1.49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7FAC9D5-2429-4BBC-A082-3879DC7D7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7B4190A-AF42-43F1-A45A-0F16FE619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25.3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0220BCE-2B8C-42D4-BA38-6D7B21B0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84876C3-32DB-4BBD-B056-52C14F128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-649.1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9558F1A-29BD-45A7-9411-5F06B4B2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8CC7BAE-5F67-4698-8A77-7F8D88C5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ADF5143-937D-4D9D-8DEA-EA8F95A7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F727679-388E-4E60-9F9F-53BB6C13E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7653.0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94EC9BF-C086-41B7-BE1A-D1CADAF5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EBD1BCA-F482-4540-90E3-0C05D0018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19081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27A2BD9-D83A-44A1-84DA-643A43C5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A59FDAF6-29BA-40B7-9247-21FD29F15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C2B3628-D35A-497C-B394-BD18A801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AD26A7E-8E8C-4FBA-865F-D1BF70CD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AC42529-646B-415C-8470-88B2598E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CD10AFC-0CF9-45F0-8CFC-70D59656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55B6B87-89C0-4866-AE77-13242B1B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98E07FE-24EE-4835-9F7C-460D2180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51.0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9F21E84-AA77-426C-92C9-C41C824A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7C49BB6-1020-4050-920D-29FC49BC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357.0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27EBDB9-8FF4-42C3-96D6-2E0350FA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B390074-81F4-4BC2-83FC-96F7EE89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I0.0/N50.0; DAP50: I0.0/N50.0; DAP65: I30.0/N50.0; DAP85: I15.0/N0.0; DAP110: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BBC2077-7585-4714-9300-271F1718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3981F8B-EE16-4C19-B5EF-90E43B66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三指标均衡领先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PPO总量：I60 / N150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产量差：+5.2 kg/ha (+0.1%)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WP_ET差：+0.01 (+0.7%)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PFP_N差：+6.8 (+15.4%)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胜出：yield;WP_ET;PFP_N；seed：2/3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2CD7A35-D00F-4CD1-824E-90ED9EB1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EFE6837-E0C7-42BC-B452-39C2E7C9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279019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a1717fa184eaa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8149E-9FCA-499C-934A-93DDAA137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815571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35BE4D0-33EF-4D12-A062-F00E929B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HLA｜数据表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288FCE-ABCD-491E-94C7-0EB514B5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海伦 2016：精确终值、PPO措施与seed证据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8E61D-0E5C-401E-8ABC-6644C1B3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BC2211-D0D8-41E4-A191-B965E3CE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9A4051-FDB6-4193-8608-B8627634F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2E61FA-61BB-45ED-BAE0-82EF21D85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77C7E-F172-49DC-8A2C-9ACDD73B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DCA946-0B2F-4C63-A4E5-42E5ECEB6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FB14F-32D9-4294-8679-157DCD8D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042476-3F3C-4EF7-8B9B-821CBB3A2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ABBBC-BEE0-4E57-9C0B-6D91B775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C736C-C682-4501-AB72-E7E3C12F4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C259F5-9D61-4BA1-9305-38C6379D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8D4B99-D5CC-4B74-AA14-37B19F652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13C407-3DF8-456F-8BC6-299D450A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211A2B-21D9-4FEF-81CF-22E4D811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27577E-E5A8-42CB-A1E3-81AA04C51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10DD85-179F-4FA1-A933-A04BE207C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72F63E-5DDF-455C-8181-3EDB012B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E68D31-AC59-4042-8FE7-E8EA6481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776588-DA3A-4896-97A3-84315E05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096145-8E60-4CE7-A1D3-8624F3BE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650D70-EA23-4A83-A7E0-3FA67F1F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7224.0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D6365C-5CAD-4C6F-9AD6-FF30B37F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312521-30CA-420D-BFDF-A2639C6C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16612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BAA2E-23B7-41C8-9D86-8CA9022A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8B8287-6599-453C-B2A3-CD2D657FC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FD6A0C-10A2-4CCA-B956-6499B482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1B6208-4C35-4D75-BB05-A75D35D9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98C7CE-692B-470B-9901-A7083C3A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78196A-6D05-4EF5-BB47-F5A233A4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1.72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46046E-D5FC-475B-B9E1-85AFCC1D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32B7ED-2C43-4343-A68E-6D0DBD16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F9FAE0-06A6-49B4-953D-E53D5D37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A7527A-0573-4BE1-BF18-24CEF16F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7AF04F-7A9F-4CD4-A7E6-D3DF7AF38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A670AD-E111-4209-916A-95748166D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A10A6A-53B0-4D98-A488-BC67F039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EE17C69-0A6C-403D-875B-74EAC8DB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7538.0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6691FD-1197-4AB4-A9C9-7250585E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A78FBE-C59C-4486-B8A9-5B68136B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17018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D3E3BB-6D1A-4B2C-AD2D-AB2C6059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941B39-E009-4BA0-A85F-CC84D8ED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D37E30-B1EF-43A9-A13B-5EE90D94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1C6E6C-33CD-421F-BD80-54799B673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165.0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E976213-FCE4-4D38-97C8-4B3CC72E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BCE8E9B-77B9-4BE5-936A-DDC63CDC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1.74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5C23AC-EA44-4420-A265-F94AC396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FF9E52-E442-47B1-873B-CEEBB40F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45.7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0F7615C-18DE-4182-AFDD-1CE6497ED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0542B5-9F74-4FCF-B0DF-89DB0D52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-541.0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997A7A-18B4-4DE7-92C4-7E9DB2F0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7FDAD87-28C8-46DC-B9AD-C7DD9861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483F150-0CF1-468D-8AC2-BE94B5EF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BE684A-2B77-4B5D-B4C1-1A346DC4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7538.0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1CA6FF-34AE-40CC-A7B6-17E63BB0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A55ABF8-176B-4686-890F-8842CC97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17018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7F0B02B-7191-4E5E-AFA2-D1B669A6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EBBF12-860E-4C8E-B598-4AD3C4CE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140.8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AC88DC3-0F91-48FE-B05A-FB266E33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7004B0E-1487-4AA4-86B6-DB89556D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B668B96-D995-4E30-B7BB-9D45DB96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D0050DA-B391-42A7-9F63-A65C628D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1.71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84B740-DD20-4BC2-BF7E-99A8D00A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76857D-1351-4004-BFC3-21078A27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2923B94-C681-4884-82DE-44D065F01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A871977-3076-496E-B7C7-F1D26DB5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173.2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9BF8D3-DAED-48A5-B87E-AA9588F0E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0136769-B178-4D28-9A90-DB34B7DC3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9C6B1D8-B7C3-4F27-8E0E-3952D03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E68EB15-3D9B-4ED7-863A-543AB738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7429.0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DAA58C2-590D-4FFA-9793-1B59BE9A9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EAAC15B-6959-400C-97B6-CC5A321FB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16335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29E5C2A-0B26-44D5-B472-EF985863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C0B15D3-3612-4C83-8F99-C4351942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F3E1924-68AF-46AB-A119-ADF764F79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6935C2D-90BE-48AD-B592-FC637E10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900A048-0665-42E1-A752-AACDE62A6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CE257D8-90AA-4A5E-99F9-6D22032E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30B8A91-3EAF-403A-A10D-BAAAA460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6F04DA8E-9002-4B6C-B5BC-BA722C57E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24.8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F493182-56EB-4996-B921-F59E626F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DFA715B-7A35-44AC-98E2-95F50248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-1561.1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EB75365-9A56-4129-A39D-6BFE773F7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5A9ACCB-7F6D-4046-ADC2-287C35DC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B2DC07C-450C-4C9E-BBF1-56DD2C55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2505AA1-119B-4F4E-BB9D-4C0D9058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7538.0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7A92447-C063-46DA-863D-22D8550C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A224F1F-7511-4126-AE76-3876189F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17018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E46CBD3-2F80-41CB-AE15-F46F2D0FB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1DBAE6F-12E1-4CB5-8C3E-48AFB332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3E74A24-4B74-4368-BFF8-03245B5F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3DE7D5B-C929-4D55-B2D0-A806EFDC8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5B3A02F-D5F4-412F-A701-989BC0F6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734DBFB-AEC1-450D-AB2E-9BBDA2BF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1.72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2E437AD-393E-4E5A-909C-F57DAA364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C88C405-561E-4BDD-AFDE-1F6FC181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D53DAB9-FD7E-40F7-9ABD-6183FA92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DA921F7-49E0-4260-A6A6-E2C504F1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-966.0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E987BF1-C659-42EB-BBA6-C9CA05DBE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3BAA53B-4FB5-49FD-8609-AF31A417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I0.0/N50.0; DAP30: I30.0/N50.0; DAP50: I0.0/N50.0; DAP85: I0.0/N100.0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DA64BBD4-EA1A-4845-91F6-84BE752D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F89216F-FEAC-4AB2-9E10-9B3367E0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至少一项领先，初步稳定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PPO总量：I30 / N250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产量差：+0.5 kg/ha (+0.0%)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WP_ET差：-0.02 (-1.1%)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PFP_N差：-15.5 (-33.9%)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胜出：yield；seed：2/3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7C93231-E7F3-4392-BE57-96FE5330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45FDBAA-1F64-4735-AE61-E3430F091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15932167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f7479678044bca"/>
          <a:stretch xmlns:a="http://schemas.openxmlformats.org/drawingml/2006/main"/>
        </p:blipFill>
        <p:spPr>
          <a:xfrm xmlns:a="http://schemas.openxmlformats.org/drawingml/2006/main">
            <a:off x="2400300" y="418686"/>
            <a:ext cx="7391400" cy="5944429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92402-D09C-414C-8A29-C73C3CC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02856914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9257984-6C78-4A12-A7AE-E7F892607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HLA｜数据表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2FDA9-619A-4DDF-9CDC-5D583BD3F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海伦 2022：精确终值、PPO措施与seed证据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8BC31-B4F1-461E-A3FA-62F3AEA7E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20925-C29D-4943-910C-24870561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4AD48F-5ABC-4526-83E8-25B31EAC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69902B-DADC-4FA5-9201-5655584B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E3144F-DA62-4FDA-B7B2-D2F815A9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C5DA8-B3B4-4191-8EC2-D338291B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08BB34-6383-4E96-807E-1404962F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07A9F-80C8-45C6-8BCA-ADF8B7EB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FA468-8FBF-44DB-8D6D-5EC3DCD7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C51554-332A-4682-B824-D0E856C7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F0C045-B827-4003-93C6-96025DCE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3B46CC-FAC9-4F6C-9166-B45A80E2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17D1D-9FFE-4238-B02F-1B4AC187C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6B71FA-C24C-4B1B-924D-E6D899787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CDAED9-8012-47AB-B5E7-A563636B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3F458A-66B3-4E73-9243-18E09D70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71A384-EF55-4E86-9E2B-72717867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0F8C4-4B04-4425-8958-89D34BDA1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2CF8A-F15F-470A-B3FC-241CE1A0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91CB11-0A4F-444A-BFF0-EAD946A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ED3F12-CDBA-4F4D-9272-B3DF2835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7787.0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C7DD91-56CC-4037-838F-325E4E8A7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24965-5C23-4B77-884B-673726336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18370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A94FB1-1F55-46E4-B499-360FD4E0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9D27D-2BEF-4EAE-9516-AAFC5432A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761C84-E9EA-4208-9EC0-1DDB5AA7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FD440F-536F-41A7-8584-39DBC5096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155FDA-DC52-483C-BD81-8BC6DF588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231183-DAD2-4C20-8C02-F95BEA1A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09425C-22EF-4DEF-B9A3-8C2D95B9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C5830D-A1EC-44A8-AB3A-A637932C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0211E8-6C58-4BF4-B320-0E909225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4DD7F4-2BBA-481F-A68E-01D06927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BDECFD-0F6E-4F4B-BCF9-205A53E61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8728E4-C556-45B6-AAD0-633F181C7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A2D0A7-7D7F-4455-B17D-B26C94E0D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B6E194-B32D-4825-A4B4-2CA5C5A2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7935.0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B030BB-1152-4C32-B642-56A517BF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785E53-BB9B-49C4-9256-0101999C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18552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4ACFD0-5DF4-4304-95A8-DBF4EECE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DE00F8D-1C5F-40C3-93DD-DBFEA306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6336D6-B521-4F07-9488-0FCEAA42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FD2B4EF-CC95-4A1D-BA7D-E05DBC0CD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165.0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5D70AED-CF9A-47D6-A767-64FEAB91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F018B9-3F50-4702-AD7C-0F72A3C4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A6DD1C3-F760-4E6A-828E-148ECD1B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C903AC3-C11C-4F76-BCBE-8FBA7B441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48.1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515419-54D8-46D9-B7F7-57E18F5D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C4786A-98CC-41C3-9B1A-687E37BF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-707.0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F49E654-3812-462D-8D6E-8D263671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3F30374-758D-4C92-A10C-E71A8BBE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13A8AF-3BFE-4EFF-A7B4-E755CC0BD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E0BF486-87D5-47C6-A852-78230B9D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7935.0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F9477E-CDDC-4128-B3D2-874FCA70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F95AB28-32DF-4B98-BA80-6AB3E8CC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18552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1368CB8-96B6-42F9-A205-D8E9D5A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AA862F-B3DA-45E7-8A11-5AD285BB0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143.6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42C97AA-200F-403E-86EC-E2511490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E0FB156-F96A-4C29-A678-22F285D5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57B7BB3-31B3-4ED9-B392-B2724C80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C0AB50B-F3DE-4A0B-89EF-1743551C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1DBF66-484D-4E24-9DFA-21AA60B4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B4FE7CE-3BC5-4497-BFAE-43F4FDD5F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F937734-5914-4CA5-9D2A-8ACF2730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594246B-BAE8-4DE6-814D-3EC19B90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4.4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59866FD-E88F-456E-8D2A-5CACD895E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D084A17-3DA7-42E7-9781-0EA5BEC4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9D10B5C-B498-424B-BE54-FD2E5966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415BCC3-BB31-4BD5-A19C-94CFE3594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7803.0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25FFAA0-0D3A-4176-ADBF-7E7F3728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037B9BF-9747-4547-A132-9572C257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17518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0CF8CDE-21AA-4E81-966F-FABA82580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32A1E7-333E-4E80-A0B3-224AD367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3E51D4F-EB2B-46BD-8AAD-898821F1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C0B808B-47E7-4078-8071-33E361E6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7DC3E3A-B4C9-406A-85BF-8A9DAF52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77AD21A-4B58-4B23-B495-2922DD15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6C813F7-918A-4CFE-9FD1-DFF5BAD1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FC8C31B5-10E4-470D-9E50-FA48D39A2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AF785E4-B2FF-4D33-A8AB-7AF73282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98FF001-91EA-4D82-A0F8-8558CD05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-1750.1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1F0D86D-3A40-40F6-9743-3E081985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5232C0C-19A4-4693-807F-3D217A25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1613B147-6E47-4312-A879-3944A7594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030C97C-D6FD-4C52-A9E5-1F564D552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7934.0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B191AA8-F2DA-431F-AB62-8809C133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F7DA3BA-3F08-4833-A61D-EA4B300E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18550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FC8D868-704C-4EB2-86BB-CC8B84E9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343083C-B8B6-4D82-A9D5-FFE80864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74FCBB9-3341-47D7-8E43-A85452CA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68C1E3B-9E64-4673-AB75-E4E5B372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630965B-DE17-484B-9483-120CBDAB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3F47AAC-20A9-4C5D-A03A-EDC0D2A4F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7732584-1A59-4607-9ACE-DB3AE0445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A11E425-5B1B-4B40-8BF7-51A33AE8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79.3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D93DB56-C512-4084-8FFE-887FF22D7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E769BB9-11A3-4C0A-A783-178B2357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-443.0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1E5679A-D4C4-4AE7-9F9B-BCBB8B5FB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C396AD5-B88A-48F4-A79F-A4E723F4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I0.0/N50.0; DAP50: I30.0/N50.0; DAP65: I15.0/N0.0; DAP85: I15.0/N0.0; DAP110: I30.0/N0.0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0CF0CB5-F6F6-4F82-9A77-0D5A8F313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19CACED-728C-4C43-BF49-0409299D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近产量、氮效率优势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PPO总量：I90 / N100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产量差：-0.6 kg/ha (-0.0%)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WP_ET差：-0.01 (-0.6%)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PFP_N差：+31.2 (+64.9%)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胜出：PFP_N；seed：1/3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BCDE1E1-345A-4424-A2C9-B73E2A33D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B018FCF-9DFA-4675-BB95-57BB77EC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57797869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f7e0afe49477a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BE3CF-5EAD-4617-A22F-8D37F09F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70309684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542C243F-EA07-420A-B6C9-DE80CFE5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LC｜数据表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26796-5126-42A4-9FFE-86D4E5995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栾城 2010：精确终值、PPO措施与seed证据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0C8DF-A6B2-4B5A-9B70-CD68B370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2F4883-C154-4278-98E4-10061D039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B930F-EE66-469A-89A9-1900E370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776B19-1E55-46E6-8C09-8389FEC8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A516F-D0E7-4B4B-BA6A-82791453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D9956-4358-40F9-8AD2-A5B26B75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6FB1EF-C0D5-402E-83FB-C8B99505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661B35-300B-42CD-922B-7BE3DFB6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925CA9-E237-432B-B688-8D9ACCA3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B95948-0038-455A-A539-6550981F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DA555A-BE93-4753-B191-6792E22B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A4CFE-C728-4AFA-8E91-5AD159AE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D506E3-B4AA-459D-A282-DAFE74DF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CC8419-42F0-47E1-ADC9-4C79CA16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931E7D-4009-48C8-AC84-85AE8D33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143A47-1856-4C9D-A4B6-6FBC0975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F1F2E-9FEC-4E7C-9731-124F97DA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1D821B-738E-4959-A2D1-016A97CE1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7544B-12F2-4777-93AC-D112E800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AE377-0D86-4386-AB90-E227918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380AAC-DAC7-473C-B56B-E14595886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8051.0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7A5328-4A87-46F4-99AC-63E24114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39D788-0F3F-4320-919C-96EF103B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15541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E5E8E4-84A3-4AAD-B912-3378FA29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F37347-9454-42C4-8295-94202FD3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834EA5-F816-4984-BDBF-74EC2C17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F9E645-3A13-4202-9591-E134BC80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D53B95-B033-4301-A131-69CEF5287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FE9F39-1881-4976-947A-04785FF9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AB07E5-42EB-4035-B369-2DFDEB46F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6C7210-DCB6-4468-96CD-45123C9FB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BA9AF71-F5AA-4BD9-BCCA-AE520863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06508B-7AF5-4128-9951-BAA05C95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A92B5A-9A86-48CA-ABE4-4C809077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609D8C-F8C1-44ED-9600-74DA30BE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93EF2B-4585-4199-A1CB-2E631F4E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BEC3A6-DC43-4A83-8F22-2B4FC33D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8732.0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B3FA89-054E-4D51-8598-F70B7453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F3C19C6-72E0-4F92-AACC-EB228BC83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16324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4385700-7353-440A-8138-6ACEC463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9793BE7-CAA2-4921-9B6D-2149CE19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2944B93-ADF8-4C29-A93E-C3DA67BB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1C8B91-1E97-4E04-A8EE-DCE4B5B1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250.0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16D052-3383-4117-AADC-CB1ED2C43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E213D8-A7B1-44B0-B524-81C448796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3.05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7056EE1-1333-4F6D-A842-8B2F9E18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532AB2-BBC6-412A-8C79-32DAD1FF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34.9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71BCD4E-F320-4320-9899-DAB65B4E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A6B3777-62A1-4B17-9A5D-FBF7B3D6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-699.0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400506-47E1-42E5-8E3F-91C455D8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E17A924-4310-457F-930D-5C3FE81F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4A01D49-AE41-47CA-A4F3-C6A13CA9D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256E1DE-8F1E-42FA-AE58-CBE201D3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8738.0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6BFB5A-1AEC-439D-9583-1FEF2F9C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E85A0FD-E3B3-45B7-8D97-D3F15BE0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16373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E4AEE2E-AC1B-449D-B208-7F9B6049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9B0725-4983-4BA4-A63A-4CA80F57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138.5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3B23A3-E115-48A0-A9B2-1B31CB5F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A3C353A-A719-4977-8C4C-57A017B6C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519D21-47CD-4324-961F-8036B976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2EB0FF1-45B0-48C1-9DA2-4FF21ACB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3.05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6BC3312-A1F5-45DD-B0E4-2C1BC49D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A55A1DE-4533-48B2-BAA1-7B8FF6B1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F169790-721B-4461-8248-B782F55D9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68CB2B4-E4CF-4110-8CEA-8620E718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548.5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FAA1FFF-3EA2-45E0-A424-7B38E3AF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EF7428D-DEDC-49C6-95C4-B2035244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BC161CF-F940-43E5-B08C-D616B88E6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B630CDE-C6D6-452D-97B9-61CE92B7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8739.0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E79DCDA-0B15-4118-ACBC-289BDA39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673F3A2-C30B-4CEB-9C54-3137726B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16376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6A4CEB-E491-4986-8D47-135F2CEC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F34FEE4-99AC-4942-8C1D-600D4D9C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BB48AFD-BE3C-4BD2-941B-236B16A2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015627D-DB26-433B-863B-5221AA43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FB41B2A7-F48E-4F56-8150-2FF062ED0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27C51A4-F5A1-4F7D-95A5-BC7E755D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3.10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2FBE514-F8E1-46FD-9D69-BB5B1AEEA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3D939B3-FA2E-454F-990F-70E846C0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35.3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E2DF8B-105E-4571-A796-12C598907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0157D64-60FD-47D4-99BF-684EA158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-745.8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EBCC10C-450D-4352-9662-9535B065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8733B6B-086E-448B-905A-2375EDE1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2244B3C-4CEC-4326-BF6D-35BC318FD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BDB2A9B-8593-40C9-B146-881E09F3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8739.0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1748983-7B31-4158-85B2-CD23FF95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A9E6921-2EE0-40FF-8EAB-3EBDA6A0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16376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224EC0D-5D99-4BE8-9D38-DC59E59B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4EEEFA8-C435-4B69-9B45-52284076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B90F08F-ED35-4B37-A909-F282548B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818EF4B-FF23-437D-8828-5E6D783C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9559DBB-1798-4961-8075-18B43641E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4A2D63B-6DA6-4C95-A07B-6FA18F1C0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3.06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0470EC4-CD89-472C-8B83-3A3FC84CC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D0BCF82-BF16-4BFE-B171-CBC6A39B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58.3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B745347D-AF09-4BC1-8FA2-934128C6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D3DD5D2-8F04-4BCB-B14F-742A202C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-122.0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CFDCBA1-92BA-4355-AD12-B4287A73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315D459-B53A-4ED5-93BF-51748A39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I30.0/N100.0; DAP30: I30.0/N50.0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CA3B302-131D-476D-818E-1E56EBE6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99EDF17-C88B-47FE-9630-9E757C1C5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近产量、氮效率优势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PPO总量：I60 / N150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产量差：-0.0 kg/ha (-0.0%)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WP_ET差：-0.07 (-2.2%)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PFP_N差：+23.0 (+65.2%)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胜出：PFP_N；seed：1/1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7A611C4-1C62-4F21-8252-58059AC90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43E7890-E84B-4E14-AEBA-619CDA7A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61355435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595faa89547a0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92EC0-5556-4243-A355-07F1EAE4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12835930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3336B97-1613-4737-B4EB-87EABCCF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SY｜数据表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5B6F5-E164-4FB4-917A-74F4C001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沈阳 2012：精确终值、PPO措施与seed证据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338513-BB30-48E3-A8B8-68BEF5F6D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CD21DE-BA62-4B41-A0CF-9154D0FE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BD4ED-050A-49C6-B6AC-C9B10952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4523B-0CB3-4DD7-BA37-A504E1F3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5D9B8C-5DFA-40D5-86A0-60779A4A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A066D0-B988-4BAE-9406-56103C61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BBEE7-B3F9-4FB9-85AF-C8ACCBE6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97641-A062-449C-9890-EEFD7A39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ABB36E-E8E5-4F95-B3DA-DDE128A2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87F18-47A7-481B-9ACB-716E77E4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DFA8B0-8EFB-4393-B4B8-2155DAE4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AC734-F484-4C53-AEE3-A3357E38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850041-D7F9-46DF-B595-898FDB56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9B23CE-17AA-4C18-84F8-420E4566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CE9B81-A473-450B-9E22-7F8F0D2B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1018DD-9785-4BF2-85DF-288A9E56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9434FC-F279-4F59-86B8-3C800B59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5DC736-E596-4F69-A20A-C64AEF02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EC72E9-B1C8-4B93-BC4D-40A91ABC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6C28EF-AA80-42CE-8A8C-C1739793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57C596-5DFD-4DAD-B1ED-D4F15C34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7002.0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AEE281-12B6-4AC1-937A-47F4A682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A1AB1E-D4AE-4A42-AD7E-803E6F1B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13135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048F76-4BC3-4B86-A17C-D855C82D7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2BF0AC-F2E0-470A-963E-B1FA5078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998B2-EA75-4F5F-86EE-F34E41695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6FBAF0-D511-4775-8576-0A3FBA83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3449850-C59A-47A1-9C06-5E6F2277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732036-F3F4-4902-BC9B-2B683C580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9A2651-5248-4310-9B9E-3B61E55C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5EE21C-1DBF-43A3-AD7C-8B6FB3E8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35477E-8B8E-44BA-9490-EDDCF62A7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B4078E9-EA3C-4E39-AD10-CFF93A3B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BDA509-9EFC-463C-B020-7184DB56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1130AA5-BACE-49B5-9610-60047977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4C5964-B94D-447F-BAAF-6DCBDF16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075D2F-3130-4EEA-9C19-53F695FD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10166.0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B53E58-50B4-42EA-A656-AA241DDF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D48A76-7CF2-49FE-9E0E-7AAC927B1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16789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887439-5B11-42B8-B22E-648E38C2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DC257B6-224C-46CD-B07E-E0B7A95D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CD7194F-9C30-4814-8D56-9A6AEDED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043E79D-F489-454E-AB05-3B8B5DC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293.0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0F3B75-C097-4A36-9EA2-82D564BC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2AE5BE-F3B1-4701-BC63-7649F9FA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2.36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6B06E7C-8E3B-42FF-AB44-3BEC8A01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7D3A00-ADA6-461C-8407-E23B914A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41.2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AE7A82-33C8-41AA-A3F9-C2A21B83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058F6A0-8F12-4731-847A-81E1DAF4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1699.0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D2EE0A-E961-4DBD-9EF8-DAE6239C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29E53AA-90D9-4C3A-AC66-EA69C856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7B78FA-BC80-4108-8487-D04FDCEF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656954F-3065-47B9-BFBF-53FE418D8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7016.0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9F38863-7313-4D3B-9688-558C88EE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99A750A-79E5-4E85-A35F-73726EE6F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13134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80AAA50-D9BF-4873-8B8F-76CC8A7B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5577AA7-4768-40C3-8911-64C5E1BD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33.0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611FC1F-97C2-4E9A-90BC-2A0FB6A07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572D039-DF27-4F7D-A499-CFBA5B22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78FD003-2D40-4AB8-B1CF-2177DA6D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E96790-EB49-4782-B156-F110AF77F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1.60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E512C7E-1638-4198-82C7-950DD3AF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EFE321F-3B86-42AC-B6CC-CAD47D70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676DE28-B9DA-446A-864E-060DA159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4793EAF-FC8F-4BD6-BDE6-7C60F7755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-19.0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5DA4062-505E-431A-8AE7-AE2A04F5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1919911-73EB-425F-BC32-4CA2F5E1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944E049-86C7-4325-96B5-47015C37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C9C1D9E-94C2-4E18-B79E-F7C3DACA3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9609.0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C36D374-9B0E-4557-8312-C3F0B898C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BE37D7-14C6-4029-A2AD-2C3D47FF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15204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CD0C84C-B63E-4EAB-9803-EBF5BBBCE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39A8C76-2DFF-4847-97FB-41D8AF6C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DB71901-93E9-44DA-A550-E6C3C5FA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092FBD6-51FD-4829-B509-46F4CCED6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886D739-2EDA-4695-9E6E-255F27211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5C7B81D-759A-4BDB-9ED5-1636014B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2.21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B03FB78-30BD-4D34-8B37-7F9EBF5D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8053440-46DB-4944-847C-1F9F92C0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32.0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186628E-6333-4867-A804-A45305BB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5C4BC80E-A6EA-45BA-B82D-607C556C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840.9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5CB83A7-3BB9-4211-9CF9-3066E25CB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E7D5B99-2A5D-4EB2-BA2F-CD7F7697C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F2E2D7E-D503-4FDD-9958-60A281D5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593B067-506D-48CF-8C56-2AC34F5E9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10056.0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2997520B-50FE-4E74-9C29-DA846884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01F85B4-42C9-4AFC-84E4-818314CCD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16291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634DE53-78ED-451C-84A3-793919AD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6E10CC9-C383-4B86-9112-E3F4C22D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105.0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D3CE205-4B81-4AAD-BEA1-54E2FFEC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F685B20-5C24-4DDA-9D4E-57550680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B64167C-462C-4E29-9A2A-526F9BBC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9FE1AC6D-711D-4345-86BF-3DE72D2A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2.28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B9A7922D-6286-470D-8134-65DCCE24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6AFFA36-6D34-47C6-85EB-559109CCC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50.3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1B46CDA-A678-49D1-94D5-F6FA476E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40DB3B3-FF86-4244-A9E8-D93246E0F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1949.0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B59F744-3BDC-4212-A73D-2D73A43F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8646441-33F0-44AF-8CED-0D59A2DB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I15.0/N50.0; DAP30: I15.0/N50.0; DAP65: I30.0/N50.0; DAP85: I30.0/N50.0; DAP110: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BCD70A-867A-456D-8D99-66D915617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B67CA8B-A090-4117-842B-A1E43AED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存在候选，但权衡或seed不足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PPO总量：I105 / N200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产量差：-110.0 kg/ha (-1.1%)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WP_ET差：-0.08 (-3.3%)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PFP_N差：+9.1 (+22.0%)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胜出：PFP_N；seed：1/3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0B0F43B-DB62-480C-B762-4451C8859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32620A0-9B33-4376-8D05-C820F4AB9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0780694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7e6d15c4be4cc7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3C6DAB-69A5-4D19-9EC6-0F27C829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340339330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F29E8FA-321F-4BFA-B0AA-4CB5885FD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SY｜数据表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A222D8-F5C9-4006-B154-4062949C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沈阳 2014：精确终值、PPO措施与seed证据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2F8529-5773-411F-B493-C47AA2D7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71CDB-6892-4BFF-B93D-E85F26F3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9B48F8-BCCF-482F-98F2-639744CD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6EC4E-7F5D-4694-AF01-6AF9D0A3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16D8D8-A958-4BBD-AFEF-68F7B0B29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2B2A1-88B7-4742-B458-4A12CB9F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1BE4C2-2F04-42A2-8398-52ADCDB3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53C217-DB53-4217-89A1-CE91A45D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51708-6A53-4DC2-BD78-1663B2A36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1E6DBA-E5C9-4237-B74D-3C28D9CB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90D27F-8F07-41C3-A13D-E0F135EB8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04F01-0AB8-4A56-B32D-C259F190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D3E084-ACF8-4685-BF07-DC589A7EC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07990A-7000-41AC-9CE9-666C67FF4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13E41-5C22-4030-A0AE-069533B9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E79F3-BEF4-4868-8AC1-9EE2AB76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E489A5-6127-45ED-A68E-C1FFB92F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2F9C4F-9601-456D-96C5-418B39AE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AB669E-870F-4802-85B9-CEDE0009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706DDE-8421-45DE-B144-D646187F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8DCF44-D760-4B22-BDCC-1663614F7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5408.0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5318D2-3FC1-4CCD-A4D7-B6EDC1BB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2DFF53-322E-431E-83FB-AFB1ADA66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10603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CD8CD6-A2EE-4510-8BD4-EB7ADBAA1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0C67C5-2D90-487C-9428-3CB59510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097325-CB81-4078-82C1-6E73CDE7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67B96A-DE8A-42DD-890C-DD860AC9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6C1470-9919-48AF-BD1C-745F72BEB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3CCBF3-EE13-4A52-BBE1-4FC0325A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8152BB3-AEE1-4711-99FD-638704CA2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E77FEA-1938-4353-95F6-70CED29B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228D87-9122-4D12-B6F9-6E73FBCC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01D32B-DB85-4B46-B205-F47BC1EB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57DC2E0-D186-4257-A8F3-28C03DBD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11E9C65-2420-4944-A742-F6502239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0D6E2D8-9F24-419A-A8E2-CB2F54DD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A6989B-75E9-4ED7-AB7E-75649B10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9613.0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9A757F0-4C7F-4525-AE8E-68DEAF43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0A6399-AC06-425A-9EE4-7B60DEB3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18194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751042-1CE5-4C8C-83A3-118C0736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1CEF434-C69A-4D55-A2E2-12220461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1A79DD-AB57-47E7-8495-639D42E2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9A5FE7-B4CF-4387-A79C-EBAF8278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293.0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77E454-0ED6-419E-9FA8-2EC69092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03D745-7830-4926-BEA8-EA42F09E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2.16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09891F-DE27-44DE-91BC-BD6C171E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F9C623-3493-4E3A-8CCB-E91F644B5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38.9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E52D17-5735-475A-988D-AD6C0A42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6FCED6-50EC-4154-A02E-DFDF14AE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2740.0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C9A1D91-0F7C-43A3-A7C5-B91216C2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926517C-8301-49D2-9187-51E41903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6E1AAE-48C5-453F-BC35-61FFCD901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9DBAED1-C4B5-43D1-B579-96338EB2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5498.0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EBEE7FD-10AA-489A-99C1-4C6BCCDE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E252933-6D20-4322-9B27-F96B52C6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10688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8605CD-1281-48FB-BF35-69A2B39CC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8216E9E-5B4C-41E5-A882-DC921BA90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66.0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3E4EB66-816A-4057-83D5-449CE0E5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6060B25-A8AA-436E-BDB2-00608C66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C3DCBCE-2EC1-44A8-8883-354C87AD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75B5D1F-25C8-461C-98DC-5E7BEE1C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1.20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565CC1B-8E63-4F83-9CAE-736A9125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38B1DA4-59C8-43EF-8F13-E9E76033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3F160B5-CD77-4FFB-A417-1FBF274E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0F19BED-517C-4499-B33B-C37448B1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24.0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ECB0EB6-414B-41EE-B351-00474A5A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A62EF41-2DC0-439C-A603-668392AD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57BED12-007C-496B-A9F9-1DC88A986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01158FB-FD79-4A3F-AD81-DB5E8231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11059.0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562DAB4C-8144-4C39-9339-BEEA6CD5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E10C2D3-DD80-468F-B017-D80BE8B25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19440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4F9B726-0021-4128-871A-FB5C2D867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A7E5CA3-E5F5-499A-A389-A5E43DC65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B82F78E-2D56-4536-84FD-38EFD52A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80772A-C9B3-4E79-A6E4-0096B550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063878-5AF0-4439-A244-285F18E9A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EF1B808-6781-44D1-B6D2-9DC4761D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595CD63-D958-4538-A91D-EFAE1583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C70229A-6F0D-4941-9142-42CE2417F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36.9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34F8998-96F7-4EC4-B56C-391990EB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0E83101-C2D5-4AC7-A7BA-40EC1F44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3884.9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907445D-26DC-416B-A38E-8351D3A1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8989F60-152F-433D-B8A6-33FD8043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5898A9E3-DE91-4701-B929-F943377B2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0E1093C-06DA-4691-BD63-4BAED8BD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11205.0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8112D0F-C014-4E6C-97B3-2CF2EA633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51C42D9-B0D5-4DB2-B5CF-3F19B42B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20161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EBCB06D-1876-41E8-9A3B-9E62A144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F41911D-D7F3-4726-91D2-C7712CCA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8ABEDC3-0831-473A-8E91-2BDEBC2A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9EB7CF1-3DC8-45DB-92A4-93A148EC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85E6D45-8A2C-445E-BE11-779A6EB19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2503EB9-48EC-4DB1-81BB-34A4ED8C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2.31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BA810DC-A5B2-4E1F-973E-A0365D34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CB2E0A8-F999-44CD-B1C7-897475FF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56.0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35D236B-597C-4B8A-8989-B99792E60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E8E2CEE-9D23-419B-80F3-BE2316E8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4737.0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BEE99A6-4ED6-434F-9737-5D6E018D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D08A222-BA19-4B6C-A95C-0C4D8AEA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DAP50: I15.0/N100.0; DAP65: I15.0/N100.0; DAP85: I15.0/N0.0; DAP110: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5CA862B9-3387-4515-9BDF-61ACE124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00D4DB9-B824-41C4-89DC-9EFEE222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三指标均衡领先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PPO总量：I60 / N200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产量差：+145.9 kg/ha (+1.3%)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WP_ET差：+0.05 (+2.1%)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PFP_N差：+17.1 (+44.0%)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胜出：yield;WP_ET;PFP_N；seed：3/3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56CDB8F-0740-4D5E-A1B7-9FE037F9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65677C2-D0F5-43AA-B7CA-2AE1580F0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2624118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6bdd02fe24302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153CAF-C072-4FDE-8390-436A880C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654007245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AA0EE58-ECC6-4699-8833-789E2336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SY｜数据表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0836C-AD2B-482A-B843-93D6DE0B3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沈阳 2015：精确终值、PPO措施与seed证据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55EDF4-AF15-47A3-BB6C-49AD8043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C06C1-07A4-4514-9CB1-6A6ED696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0C0471-62D6-4671-8CBF-4C6D7BE5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D1B1A5-E34D-467B-B3ED-EE2224798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6477C-19D2-4E9C-9C72-FA1E8B71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B11613-AD74-4B6B-ABE3-15F63496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A85C4F-47A5-4427-B682-E29908814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AF127-D9CE-4C28-BD4D-ADB869C08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B0BC4-63DE-4145-AD60-71E47BA8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4A729E-E0FE-4513-9755-D6D3D1058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0297C3-2D83-4620-8E51-C1B1382A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EB99A-454F-4441-A08F-9E1A50B1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4DB2E2-23B9-46F8-BDEB-F53F2880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2A4C5-9BF4-4E4C-93A8-D5EB2FE32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7A19CC-D92E-46A4-9208-01679789B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91D001-6C17-42B9-85AD-7BA0E64C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0AEFF2-668D-4621-B0D5-06772A66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BEA191-4709-45BA-A215-760157C2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43CD09-B63F-40AD-BB5C-1207C777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B4FB3E-7946-4513-AA92-7B2B92AE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180D11-1026-466B-A804-2E28B15B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6601.0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617641-4759-4463-8647-2D7F3EF9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03BA69-22D6-41DE-BD26-FCEABEF6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12320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532DC3-F117-49CE-A9B2-FA3AC726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34E123-FBA5-4784-BCF1-286E5339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F89D02-75CC-4CA6-9844-CBBE99F1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1FC09B-1434-4AC4-9391-BC501A89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AF4781-AA1D-4B98-8A82-219C59099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031F20-17F7-418A-AA15-DB8274E4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68D43C-5961-442F-B118-AA0FEFD5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6EDA752-B6B9-4C42-A194-6A9FD43A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5C960DF-832B-4B30-BDB9-921D1F0D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0412A6-1DFD-419D-B5C7-15D7781F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95782B8-308D-49F4-A9B2-EEA8C4EF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7C2353D-EC2F-4364-9972-214FABE4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8FA52E1-0D5B-432B-9D77-0207621C3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FB3F639-7B89-4CD2-B653-5AC73B45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8973.0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BE4BCF-405A-4628-BB49-1B0E52E1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F05E66-DA57-44BF-B810-8375C5E4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17149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96A2FC-E7A4-41BE-AB30-C6533D02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ED20837-B3EF-4238-880A-CB7C600F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3345325-3A61-438B-87F1-42E0C003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95E8FCD-4058-4E6B-9DAA-18E3BB56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293.0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20B37E-E6F7-4EFC-953B-FAC81AF8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9FB102-E1B5-4AB8-A790-DEB2335F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2.01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BDD171-EE7D-4EE2-9DE8-96990348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3C8B8C6-A07F-4953-B74B-0895A2A2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36.3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3A919B0-4862-4E55-A34A-E0BFA2C6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2D6700D-5395-4F6D-9B80-4DA4A9D1F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907.0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0BA37D2-5919-4EB8-9058-27EF6BF7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4EB2953-E881-46E0-84A1-8FDBCF680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86FA4AA-DDF3-4C1B-BCB5-46C971F7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89E145-065C-49B2-91D4-65047D5C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6868.0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15AF3A-D0D5-4EBC-AD18-CD349B20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84A62ED-16EB-4554-8164-1CE87073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13049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39F01B-FDA0-4091-9923-A66EF090A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402D617-0AB9-47B9-B4AF-99B16C7F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68.7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A89FB35-70FC-4319-AC8A-2F179A74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E420E7C-85A3-4932-8442-1BBA4F1A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44FF07C-0075-4E6E-A165-30477E162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378627C-E9DF-42C0-A37B-90405776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1.52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23ED112-215C-45FA-870B-9D439E84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47A0F43-6A89-4FEB-AD62-A8F08A27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166348-6583-4A38-874F-23FB0677D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84707FC-D771-47BC-B295-FFF384FC7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198.3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8A1BABF-CC68-4619-9C4F-60EA23E0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6983037-9B3E-4D0B-8D1F-7C259620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B222EA7-CBC9-4E44-8064-B8A469E0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E75842F-9A24-448C-B734-36596C877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10891.0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182F354-030D-4760-A21F-31D53223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73CDBEC-4FA7-4E86-95E3-3A26D10B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18257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966E302-28B7-42FC-93C9-82A9419D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0F8819B-7C79-4761-B48C-69560A515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266.1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1D34FB7-AA27-41FB-A68A-D6F17DB6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8800607-255F-4273-86D5-F4BEFF914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300.0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3ED3920-D44B-47CF-8522-7EE81C3C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5D3ECC7-BE3B-4504-94EA-3A6DA96A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2.33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9953562-8026-4949-B518-AA8EA328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0A76506-8B7E-4367-A3F6-015B4F5A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36.3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F4F841D-BCB2-47FC-8C06-B57AAC87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88AB0B1-9D50-4890-B997-2235CDEB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2523.9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00BA36E-9A15-4638-AD2B-4F850A13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3F166FF-F8B6-4B7C-8B6C-8DDF6EA1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C8D1D0E-7AAE-4BC3-84B3-9B32F80A2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ADDCBEFD-FA69-4714-8022-30E56A12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11108.0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1EC3385-1CCA-4078-9BA0-8700DACF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F642501-C415-4C4F-A0C4-92B1B2C2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18936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67D0886-0BF2-4E5E-A74B-AE423B48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0D900AD8-8DEC-4E3F-B68F-DF73BCC6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25DB248-2609-4615-97CB-5E5D48538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69D42B6-A2BF-4FD2-9C2A-9A8D21E0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E50B2D8-563F-4DBF-896A-2DF17196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D5FABA4-01EA-4A30-B19A-4BDA0C0E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2.35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E45AE66-E2C1-4326-B80F-290FED50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394A2B8-6CFF-4B02-8243-E2558DEB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44.4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D1C8380-38A0-4CC8-BFE3-88A392988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7B27D69-4722-40E6-B944-921F825D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3137.0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874859C-F41B-40CB-9287-541D1A8A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F38E8F60-F661-4BE2-BDAF-BC737E4F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DAP1: I30.0/N0.0; DAP30: I0.0/N50.0; DAP50: I30.0/N0.0; DAP65: I15.0/N100.0; DAP85: I30.0/N100.0; DAP110: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413F84D-8EC0-4784-B2FB-AF90780BC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2606C4-DF4F-443F-A20D-3EB55326A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三指标均衡领先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PPO总量：I120 / N250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产量差：+216.7 kg/ha (+2.0%)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WP_ET差：+0.02 (+1.0%)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PFP_N差：+8.1 (+22.4%)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胜出：yield;WP_ET;PFP_N；seed：2/3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3B63A2A-F8DB-40BA-BDC5-7DB1655CB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D3BBF79-1179-4FA1-8C8B-31739D59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943577122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1a63c4cd7647c8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DD81A-29A7-4A97-851D-8953FCBC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69365021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BF8A9A9-1166-42BF-9156-1731158D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YC｜数据表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6BB99-E661-4720-B62D-9AC7A46F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禹城 2008：精确终值、PPO措施与seed证据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D4E5C7-1FBF-41B0-B5A8-D8F17633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CE9D1-7A03-4FF0-B556-5E6C4DFF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9C0871-B2FA-40AB-A832-E5D4EE1A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27A5E-8C2C-4861-907F-64771102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62CBC5-2FF5-4441-9310-27E74B76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46134-6B8B-41DC-B9A6-68FC1281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02241-9109-4BD3-B6E6-D263DBD77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335E7B-1CE8-41D5-8D7F-5818E9EB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E8FD9-6D24-42BA-9153-4B6A40E8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4BBA44-ED58-4A4F-9396-22CAB097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BA2529-8198-4F0D-9C05-8B63DCD89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7FEC1-D3A9-4B17-888F-DAAA1D8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F1C3A-CBD2-4C27-BBA6-E2CED70F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82B657-E18C-4E53-BE60-107D892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4FD6F-D38A-479E-818B-A52F5EF4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C7F9D7-778B-4A2F-82AF-0F0EC729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6B41FC-014B-4C0B-8EBC-DCF030F1C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0BD6E3-6CB2-4FF6-B575-69A6A5E3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73CCC7-A677-41B9-A680-45AA4D74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36A8FC-F21E-4A57-A20A-5A7A5888F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DEE529-774E-4EDC-8F95-FF32B710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7930.0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FEB170-B957-4304-AFE8-1D777DD15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EF6BC9-1164-4C30-AE24-EC24BC068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18131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9C7ED8-61BC-4454-BBA0-7AEDB5B7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D4282A-0329-4DCE-8359-04299C6E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B13DC4-FD02-48FC-A6C1-8B654C17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0991CA-1598-4166-A720-118D8ED94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B6042-2090-4DDA-9855-4C8D97C9D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E27222-B8DF-474B-A18C-348DD939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2566C5-B648-41DF-8A11-16DD7A1D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E263CAB-6473-473C-8B79-C96D8873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3C8B83-990A-4830-914D-2DD5BA4A0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981A99-0DBA-4DE4-8B29-2F82E53A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E0E2B9-FF2A-4F7C-B922-FDE283D3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C6D6BD4-6232-4AE8-9DC8-4008CF01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5667CE-486C-4798-A5E5-28B9CC4C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504CC1-110A-47D2-9F19-05DC95415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8160.0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0462D66-9013-4890-8BD5-3A9E72FD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168FD83-1A55-4B6C-A2C9-93A9FA0D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18772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B41D2D-7210-455D-BBE3-4F3AC0F9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191A60-288A-495C-9602-576BDEA6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A47FBE-E7CB-4B40-9590-C7889583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7868EA-C894-4707-8ADF-F8594C443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303.0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E57C7C1-65BE-4F71-B182-740BFF0D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183C76F-C82B-4EDB-BBAF-881EBB97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2.28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457269-B8B2-4242-A979-7CD13A65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0424765-8AC6-4DDB-8901-A297ADEA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26.9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DD4987-C33C-47F2-967F-5540F0FF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E677006-2227-4ABD-AAB0-4AD5D806C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-1405.0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2B05394-C798-401A-B9DC-5E35D26AD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BB5D9AD-8791-4787-9F1D-334AFBEFD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E7B2B3-547A-4C3F-8814-63B696EB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9F0204A-FCCE-4CE8-917F-4233EC53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7930.0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722D0E2-9564-4FC2-B795-C8B309E1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71C429C-5F28-49B0-8802-D74A352D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18131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A8AAAE-577F-4678-99A9-7C99D2C0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A18C98-92D1-4752-B850-1E757B281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E5FED3D-996E-4920-A1BD-4556E98F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2D7C4CF-9276-483F-8FB8-A51DAAFE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A68AF7-A50F-4EB2-BF30-095319F0D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19A4A04-3762-45FB-BFDA-B32B348F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EE0745-8654-4535-9F90-13313E67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9BB77FB-CEF7-4C12-9A75-27F8E4DC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2695059-8F2B-4637-8CF2-3B34BE37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51EEEC-5DDE-494E-A0E8-C5F9E2672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5C0551CB-E459-4202-B79A-240BCE23F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81C574-C11F-48E0-91EC-4972F249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5015C23-66C2-487D-B298-37F4E8FC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8660E98-50B0-4591-8C3B-BF587DF9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8157.0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9C05FA3-CD69-45EC-8AB3-9F3533316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5CF99E4-3ED7-45A5-8844-1599F4D4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18718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27853D3-75C5-4D37-86DE-2966F0523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FA0EBB5-D437-47DA-9DC9-2498F3EE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7C37C72-EFC7-4713-9616-C916DF6B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787718B-C5E1-40D8-A68B-612532756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59FD51-57D1-46CD-84CC-3B42FE22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1CAD79C-ED8E-4CD6-B2E3-C8BEC9BA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2.23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E5EFF10-4539-4CAA-86FA-4671003F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1462071-7BED-44C1-BCC0-FB21871D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33.0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A8CD58C-2322-421A-897D-2DFD9EACE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7564616-36C9-4AB3-85B9-C4A52BCE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-1236.8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26B2AC2-B38F-49D1-BC80-A20AFA0D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60E5663-38CD-4BC9-BCE5-A3CBEE92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18A9B5B-B73C-487D-8D4F-672F46AA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371FF3E-84A4-42AE-9EFF-338ABA450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8158.0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E914AE3A-5303-4D3E-9842-47A99912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D025533-A06F-4A87-8CD2-B8DD8375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18738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0AE12EC-F4CD-4F28-85A2-E1212894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7ACFA9E-FF1B-44B0-8BE3-BABFD1439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069C701-1500-43C6-B8EE-53E3A0F2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4732228-3A70-4994-8A49-B35ECF9C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869F76B-07F8-4EB3-95A3-F4D90DF20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48A7013-4256-43BF-864A-E763A2CF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2.23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4619E74-FC1A-4D52-AF0E-897BE93D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0CBB5DA-5248-477A-81FB-E6401B7B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81.6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63098A8-9C24-4A2C-81EF-028EAC000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DA12F40-1342-41EF-9967-F4FD7478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-362.0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F342B26-4825-46D3-BE33-CC5FD5D2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94A5EE0-83F1-45AB-8272-36037906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I30.0/N100.0; DAP30: I30.0/N0.0; DAP45: I15.0/N0.0; DAP60: I15.0/N0.0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3DBC445-BB1D-4BDF-9A34-F78F21E5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3F90E6D-80BE-483E-B73E-0AEAE1286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近产量、氮效率优势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PPO总量：I90 / N100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产量差：-1.9 kg/ha (-0.0%)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WP_ET差：-0.05 (-2.2%)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PFP_N差：+48.6 (+147.3%)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胜出：PFP_N；seed：1/3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3F610B7-87C0-4461-A4ED-759A2D60B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E61CEA0-C5EC-4677-B467-42FC346F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205752234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f02840f8f0497d"/>
          <a:stretch xmlns:a="http://schemas.openxmlformats.org/drawingml/2006/main"/>
        </p:blipFill>
        <p:spPr>
          <a:xfrm xmlns:a="http://schemas.openxmlformats.org/drawingml/2006/main">
            <a:off x="2400300" y="420386"/>
            <a:ext cx="7391400" cy="5941028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B1BDBB-57F4-42FB-99D1-223BD9C3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572250"/>
            <a:ext cx="333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44444"/>
                </a:solidFill>
              </a:defRPr>
            </a:pPr>
            <a:r>
              <a:rPr sz="90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1117867855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8DF84F2-0A6C-4F2C-8F12-12BF2CEE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YC｜数据表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81A82-7DA8-42A9-B476-BBBCF2E39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禹城 2014：精确终值、PPO措施与seed证据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5118F5-CE71-40DD-B646-B0C27D2B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E66CF-A942-47DD-A219-7FE2A21D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382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F5FAE-D95A-4149-AD08-C2043B47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477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情景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1CB9E9-199D-43D2-893C-DA8D573B1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1ABAFB-8C6F-45F9-9D6A-6E8BB746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164E5-93A4-489F-8839-01A4DB0C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2382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3B3A04-02BF-4E0B-A1D9-FDD8BD1D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2477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生物量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25C3A-9845-4840-9BB4-324F521F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DD4C5-5256-44F5-A5DD-84369365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灌溉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4623A-2531-4403-A2C0-694F848B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1F0D1B-6B56-45C9-8106-ACDE84B4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施氮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2929F6-3FB0-422A-8864-FFA1B85B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5808D6-D480-4D13-9C2A-BE5AC0FE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91036A-BDDF-4B38-8D27-65866A58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382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E19648-1F7F-4467-B7BF-C9EDF98D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2477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12506A-CABB-41E9-AE80-3509F78F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2382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D7BE3E-4D9C-48AA-B38B-1F6657B6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2477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累积奖励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64764-E1F5-468B-A946-4F32FE21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478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6812F-9058-4651-A482-D98416CE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Null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ADB6C5-36F2-4E41-9EB5-BD05C0E9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9658D7-0B76-45DA-AE0D-A323AF82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7825.0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00AB65-498E-4ED0-A9C6-D46F3347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478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3EA010-0023-4405-AE26-6E034F92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16573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17996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E5756F-0080-4264-BA1F-22B8AE90F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B3D6D4-2B22-475A-80D5-951FA795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0D5C64-1141-4216-A78E-7509ABCC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CC72D0-BBD2-424A-9224-BE802FA0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45ADC9-CF79-407B-8B85-4A1EB087E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A0C3DD-9E9B-4634-9DCA-49A2C428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2.29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FA3C3C-A81E-47F3-9051-9358204D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478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AE4EDB-1359-450E-80EB-1E6E95D2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6573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ED34CC-97D7-485D-9E7A-490648A1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6478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D74D919-2869-4A5C-BAA5-CED66C99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6573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18D723-F180-4DB1-BE3B-160E186A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5740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0AAF67-1ED4-461C-B76D-1EF4FD55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6692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Recorded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EBDD89-22E1-4F46-A4AD-AA0E11EF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D25F23-548F-4A28-B94A-644506E1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9418.0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3C1D24-ED24-4583-AAB3-C55EB8FC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5740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53407C0-9F9B-43C9-B556-E7131C0CB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06692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20514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71FDD38-A4CB-4795-85E1-F5105BAB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BD448E-0488-4094-9667-92F63142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120.0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A24990-B773-4B30-869D-FE8E00B1A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709944-6714-4B49-8329-145727C8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374.0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050FA8-0A27-41BD-B456-13DEAECB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98E302B-C3CA-4E73-9671-7EE6988E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2.64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3924BD-AC76-4256-AF67-CF7F5124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5740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43388DF-F406-4FFD-AA11-C88341E7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06692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25.2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242560E-25A1-4945-9891-CB6351A3D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5740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73461D1-BA20-45A7-98DD-6886EC368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06692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-397.0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BF6AB4A-3671-4C52-A280-805F3780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6697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B38340-BB22-4A55-B4FE-778C1359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7650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DSSAT auto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35CFBF-21D7-4F1F-AC6F-D3222B5F4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855691-5DE6-4FE4-80B2-5700FFE1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8713.0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A23F14-EE47-478E-B219-8935AA642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46697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454C27-E181-4500-8EF3-75C47071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7650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18945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1FFB80-2AAE-4AFD-B9B4-2B19EFE5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6614944-797B-4C05-8341-0BFE8A43E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86.5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0CDBD4D-332B-45A3-A931-0AD6715D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EF940E-BAC1-4C3F-952D-62E1B3DF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6D83D3D-BE8F-47CD-8259-DD63E53A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514A45A-7796-4630-9335-4E96264B6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2.44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491213F-7380-486E-A410-4D79DB6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46697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85A4A17-1CFA-4E01-8C38-3B876B61D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7650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D202D86-CC0F-4CE3-94C8-AB212C5A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46697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94DAF0D-12BA-497F-B603-E2DAD15B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47650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801.5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CFCF2F3-36D3-4453-878F-69AC0E48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876550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81894BE-3280-4587-BB82-86B674395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86075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expert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752019-3ADE-467A-B5FE-69EDD3FC4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2ABF0FF-D5B2-4D3D-BF4B-930F8BC0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9417.0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CB55A40-D6D0-4121-8AE3-A1894F346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1FAE35D-77A8-4EF7-A2F3-BF667092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86075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20481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83BCFDF-3BE8-4A47-9308-E8980696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F03A81D-B5B3-4F9E-B9E7-3CA98C69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228.8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28804B5-E1A8-493F-BDBC-85235F26A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2F36C5E-1DA5-4FB1-9BA8-334E7C7E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247.0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3A6373F-A216-403F-9E03-2F9417803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51219FC-CA2A-4124-AE40-8C83C8DB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8FEB2D5-1B01-4A58-ACC5-6CA33042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76550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1BE61CC-4BB5-4374-AB1A-0662B7BBD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886075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38.0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CCED99A-BEBE-42DF-B292-B26CE173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76550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CCF77A4-1940-41D5-9065-52AFFAC8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86075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128.2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5647BCE-8AFF-4E44-8B5A-2DA110BDA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286125"/>
            <a:ext cx="17621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489526A-888B-478E-851C-8F95FD04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95650"/>
            <a:ext cx="17240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 candidate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6631089-25A4-48DA-B35E-16092B88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1634062-EF19-4837-9334-2B071B8C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175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9418.0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2E0162B-88DE-48C7-8B6B-16E216E9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86125"/>
            <a:ext cx="12858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F031311-45A2-4FCA-B7DF-CBC37445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95650"/>
            <a:ext cx="12477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20513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B4FBDC4-DB21-494A-92BE-57461D194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7B2327A-B610-43F5-92F1-24DC0A15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120.0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26F9E41-109C-43C7-B14C-2D93A0BC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CE47448-0E6F-472D-8560-F9D8F4E9E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100.0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B81ADFA-B3AD-4B95-8573-2E30D0C2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B4F0191-40A4-4A4B-AA5C-368EAB548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2.57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BCF5376-6C40-4BA0-8D30-46D3F697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286125"/>
            <a:ext cx="11430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D719C69-8FD6-497A-90D5-777EC6C8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95650"/>
            <a:ext cx="11049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94.2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49C1507-7C89-4EB4-9238-6774ED55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86125"/>
            <a:ext cx="1571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DDDBAE3-705F-4020-860F-BDFFCF4C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295650"/>
            <a:ext cx="1533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973.0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F69D817D-025D-4E29-9746-F646F225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PPO阶段措施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43D95D1-E712-468A-95CB-F52A0A37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62450"/>
            <a:ext cx="6762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00000"/>
                </a:solidFill>
              </a:defRPr>
            </a:pPr>
            <a:r>
              <a:rPr sz="14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DAP7: I30.0/N100.0; DAP30: I30.0/N0.0; DAP45: I30.0/N0.0; DAP60: I30.0/N0.0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8D9D5CF-5E31-4953-9872-A7E0C044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结果判定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E59014DD-739C-4427-A3A0-342D3D4A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62450"/>
            <a:ext cx="41910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近产量、氮效率优势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PPO总量：I120 / N100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产量差：-0.1 kg/ha (-0.0%)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WP_ET差：-0.07 (-2.7%)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PFP_N差：+56.2 (+147.9%)</a:t>
            </a:r>
          </a:p>
          <a:p xmlns:a="http://schemas.openxmlformats.org/drawingml/2006/main">
            <a:pPr algn="l">
              <a:defRPr sz="1350" b="0">
                <a:solidFill>
                  <a:srgbClr val="000000"/>
                </a:solidFill>
              </a:defRPr>
            </a:pPr>
            <a:r>
              <a:rPr sz="13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胜出：PFP_N；seed：2/3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4917F5A-31A2-48BA-BBA6-0D2350E7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差值=PPO代表策略−四基线中该指标最高可比值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146D419-4BBC-4478-9685-36C9C192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057167629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82426B2-A491-46E1-9A3C-4652031A8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综合分级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4C683-F7D1-477C-B487-52EE467A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最强证据集中在SY2014、SY2015和HLA2015，其他年份需按权衡类型解释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BBAF3-637A-4B44-896A-DB28E69D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0D402-A4F7-43FF-806D-FC502FA66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240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3C983-A910-4AD6-9862-62378E9C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335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类型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16248-2A70-4962-B51F-E179B6BF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52400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67E9F-7670-47C5-9BC4-26E2823A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33525"/>
            <a:ext cx="4057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站点年份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F2E6D-5AC3-4708-B2C2-977FFF98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24000"/>
            <a:ext cx="466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14ABBE-A2FC-4336-88E6-2066F374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533525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汇报解释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4B7FE-D515-490C-A726-14C60E87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003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DAF7B-7BA3-4D04-9D79-45A3C1BC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4098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均衡且较稳定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4DF27C-FC6A-4E5C-A7A7-5280CCCD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40030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9178B8-5926-4941-AC75-0C300179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9825"/>
            <a:ext cx="4057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SY2014、SY2015、HLA2015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5C12E3-1363-41D0-A833-4B2D3018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00300"/>
            <a:ext cx="466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516DB5-A258-4BD6-8BDA-64677E89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09825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三项均领先；seed证据分别3/3、2/3、2/3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B9B5D-7B92-4548-AAAA-899CB8E2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EF8F61-CAFD-48AC-8D39-FB986A48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2861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三项领先但不稳定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A197D-7875-4F5D-9B30-F31A7791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7660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5BF675-457A-41B1-B346-7199528A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86125"/>
            <a:ext cx="4057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FQ2020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9B2CC1-B40F-4890-BCBD-90BB3CEAB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76600"/>
            <a:ext cx="466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437DAE-BF80-4D1C-A0B6-39E64DFAE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86125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三项均领先，但仅1/3 seed成功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0C1F9-822C-438D-9814-C40180CF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529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610793-5BE8-4ED5-8132-13558BE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624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效率优势、产量接近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B9F3E6-B31F-4CD8-AFD3-662F514C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15290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2E03B1-7AE1-4E31-A348-4D07C3730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62425"/>
            <a:ext cx="4057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FQ2016、HLA2010、HLA2022、LC2010、YC2008、YC2014、SY2012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EBCD10-397F-4ABB-B72D-2AC84863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52900"/>
            <a:ext cx="466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1027C8-AC5B-457B-8B6B-D8D49D73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62425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主要依靠PFP_N，部分WP_ET略低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615B1D-64B4-4757-B27A-79753652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B497D0-EC40-4ACD-BCFF-75F3BABA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038725"/>
            <a:ext cx="2343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明显权衡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1D59DF-139A-4467-AED7-B877667B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029200"/>
            <a:ext cx="4095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BFEF7A-AC78-4CBE-996F-F2BA3374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38725"/>
            <a:ext cx="4057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FQ2013、FQ2019、FQ2023、HLA2016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63B4C8-B75F-4AE9-8D05-DECA88D37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029200"/>
            <a:ext cx="4667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B201FE-3809-47D3-8117-454745444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38725"/>
            <a:ext cx="4629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至少一项领先，但另一指标有实质损失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48606E-D938-475C-8071-F7A5033A0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2125"/>
            <a:ext cx="11144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</a:defRPr>
            </a:pPr>
            <a:r>
              <a:rPr sz="1725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不能只报“17/17成功”：必须同步报告10/16跨seed初步稳定，以及每个权衡年份具体牺牲了什么。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4E7589-4F96-4DBF-965B-06E9A6B2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已有冻结结果；无新增训练或DSSAT运行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C43602-9DA6-4CCB-9682-FC4A87B8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68686288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DAC1BA2-7198-402C-BB89-D71F2BB1A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DQN历史对照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890493-F6F2-4483-8BB0-D961FFE3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历史DQN仅SY2014有明确领先，且受旧探索率日程问题影响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D573FD-B09A-468F-90C9-69660A21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96DC8-D360-4696-8A49-AC603A66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6668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05256-2782-4C13-8126-92495F247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764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站点年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4C72F-FD5C-4016-86D8-DE4C281C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7A3472-00B3-4955-AD02-C226A430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764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AE863F-F09D-4F32-9C64-B639CC8C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668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0BC8F4-1EE3-4F28-AD9C-A0476ED3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16764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WP_ET差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32FFD6-7DBA-4461-8015-4CEC9E58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6668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21CC1-07EC-4341-BE58-29F87136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6764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PFP_N差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2F8B0-D63D-4662-BDBF-89FE3A40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6E6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815F16-D130-4AB7-930B-572110338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67640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0000"/>
                </a:solidFill>
              </a:defRPr>
            </a:pPr>
            <a:r>
              <a:rPr sz="13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严格胜出指标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4D299A-D9AD-456A-9E13-8E8219CB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145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5E07C5-FE18-476E-9157-15284661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241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FQ2016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E5335-3C38-4CEC-B48A-A324F07F1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145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3BEA3B-EA90-487C-9506-0533B6B1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241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−17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401978-ECA6-4D6B-AEAB-F9083A3A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145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8FD553-51A8-4E03-A885-9D4BCE35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3241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B80074-8807-4D67-A04D-9F993427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145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F331E8-B5CF-4BC3-A2C0-6CC4D9B5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241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2E09E-2193-4891-81B4-68934221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145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C1C9C0-C5E5-478A-B960-4211363A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2410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358BD7-35DC-40F7-B211-A56F6AD42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622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47525E-4C75-4615-B522-C57AB15C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HLA2010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C13A95-F641-49B9-B34B-F2D6EA2D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622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C7C19A-84CD-464C-8D24-7E5F36E02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718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AA9CD6-23F2-453D-90ED-BBCC9935D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622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7DCC43D-B2AF-4869-AFA5-1AFB172C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9718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−0.01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E841F7-1981-4CA6-8AA9-327A8FC94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622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AFF875-6B12-4CE1-902A-0CAB69571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718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0A8C46-631B-439A-87AC-ECEAEEED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622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EC2F497-6649-4017-BA9A-1EB7AD636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97180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无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556C90-B72C-48DD-B91D-B0860997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099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09422D-5501-48D0-AD83-E0413CF1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195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LC2010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7F17D5-BD23-40F6-8B9E-830A5C3F9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099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2C5C56-AE45-4397-80ED-A223E41A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195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F8434E0-890E-4449-9F30-31D46DB07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099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F49002-B7F3-4ED6-ACE8-83EDF3B5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195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−0.07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4B874F-8D90-450B-ABEB-CB89900E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099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B0D17D-9C69-4FB4-A247-32696C61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195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9975769-C215-46F7-8DDF-ECF5DB288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99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82F7E69-2E2D-43AB-9FA7-1D94AE26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61950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无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2F0974-9CB9-4C0D-B534-3FB6E35A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576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648AFC-AB7E-4E4F-94D0-99F06901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672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SY2014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14FA18-CAD2-4C88-A679-1E5C960CC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576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97EC5A6-CBF5-4E67-AC54-62DBF847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2672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+139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CFB75C-FD7D-48B8-AC24-6342AE65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576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C45AAC7-0588-48C6-88C2-E87EB36CA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2672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+0.04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ADBE80-6147-427F-A196-77FA402A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2576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0A2EA3-BAD7-438A-BF09-319071D6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672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−1.4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BDFD15-76A3-4255-9DEB-B0D59313B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576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BE8F9DC-0F3C-483E-83DD-956C585A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6720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产量；WP_ET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D22E41-B10F-4C91-86E8-D204C18D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053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B9C4BFB-56C9-470B-9934-82932F2B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149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YC2014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A3AD6F-99B4-4ECA-8CD4-14D8E4E8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053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B400F09-6B70-49ED-B6ED-AB5763D0A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149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C8C1E09-7ED3-4AE1-A361-B9850966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9053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7787F3D-8BAA-429A-88A3-566B2BA88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149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−0.11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BF902C-BE6F-4FC5-A266-EDEF34D5C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05375"/>
            <a:ext cx="1809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02AF341-C873-4908-909B-0B64A090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14900"/>
            <a:ext cx="1771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−0.3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536938C-0BC1-421D-9D89-B15CB386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905375"/>
            <a:ext cx="2381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B5B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EDCC5B6-F3EC-492A-9ABC-0FCDEF0B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14900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000000"/>
                </a:solidFill>
              </a:defRPr>
            </a:pPr>
            <a:r>
              <a:rPr sz="12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无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F2E774C-6F22-400B-9648-CA05AD13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00000"/>
                </a:solidFill>
              </a:defRPr>
            </a:pPr>
            <a:r>
              <a:rPr sz="172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结论：历史DQN只能作为provisional对照，不能与修复后的阶段型MaskablePPO作等强度比较。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19B2A07-F1DD-45C9-9959-3475C1AC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DQN五个代表站点年；差值同样相对四基线最高可比值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492B6FD-47AE-4659-B376-4ABBE48B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992582947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A071B8-1AEB-462C-AFAA-25A452F4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905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44444"/>
                </a:solidFill>
              </a:defRPr>
            </a:pPr>
            <a:r>
              <a:rPr sz="112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结论与建议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2AED47-C45E-4615-A591-724D5479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57200"/>
            <a:ext cx="1123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当前结果足以支持阶段性汇报，但下一步应优先提高跨seed可复现性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A14813-82A2-4375-84EE-3E1144C7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F612B8-2D8A-4766-AE1A-40F2A364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81125"/>
            <a:ext cx="1114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CE6BB-0919-4D1B-9345-61E64E51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可以确认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D14548-8520-4CD5-BCC0-FD1D2772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4763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五站点17个筛选年份均存在至少一项指标领先的PPO候选；全部代表措施符合预算、阶段和晚期施氮约束。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FBF6E-7DAD-4774-9B0B-DEF85D1C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505075"/>
            <a:ext cx="1114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9F85A-A61C-43C3-942D-7D57D93C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不能夸大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86332B-C111-4CA7-856C-332F82FD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003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只有10/16个三seed年份达到至少2/3成功；效率领先不等于三项全面领先；模型合理不等于田间最优。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E4B4D9-DC9D-4730-8468-87BF3B97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629025"/>
            <a:ext cx="1114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0A3A3-17BA-4C29-8DC2-E1C63415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优先复核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F588B1-E470-4AF2-B1EC-28FFEF1B8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242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FQ2020等“候选很强但seed不稳”年份，以及FQ2019/FQ2023等明显权衡年份。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1CEBD-B1DE-4EAD-8859-6CF3412F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752975"/>
            <a:ext cx="11144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643B5C-581A-4D99-9A99-BC4B4BAF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482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后续实验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32A6BF-567F-4DCB-A894-1CB4C395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84822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47625" tIns="28575" rIns="47625" bIns="28575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00000"/>
                </a:solidFill>
              </a:defRPr>
            </a:pPr>
            <a:r>
              <a:rPr sz="16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若导师要求参数解释，先做奖励系数来源说明，再决定是否开展预注册的稳健性敏感性分析，不能逐年追结果调参。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93F8C0-5E0B-4058-B07A-213E9BBAC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515100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44444"/>
                </a:solidFill>
              </a:defRPr>
            </a:pPr>
            <a:r>
              <a:rPr sz="975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已有冻结结果；无新增训练或DSSAT运行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E6137B-62FB-457E-959D-7499E20D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64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444444"/>
                </a:solidFill>
              </a:defRPr>
            </a:pPr>
            <a:r>
              <a:rPr sz="1050" b="0">
                <a:solidFill>
                  <a:srgbClr val="444444"/>
                </a:solidFill>
                <a:latin typeface="Arial"/>
                <a:ea typeface="Arial"/>
                <a:cs typeface="Arial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6803147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2026-07-19T08:10:19.0570000Z</dcterms:created>
  <dcterms:modified xsi:type="dcterms:W3CDTF">2026-07-19T08:10:19.0580000Z</dcterms:modified>
</coreProperties>
</file>