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C78"/>
          </a:solidFill>
          <a:ln w="889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FD0C2"/>
                </a:solidFill>
                <a:latin typeface="Microsoft YaHei"/>
              </a:rPr>
              <a:t>YC / WEATHER DATA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04088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多源官方天气
重建审计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43200"/>
            <a:ext cx="749807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5D6"/>
                </a:solidFill>
                <a:latin typeface="Microsoft YaHei"/>
              </a:rPr>
              <a:t>训练天气窗口 2004–2013  |  单站 YC/YCA  |  003_04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675887"/>
            <a:ext cx="4023360" cy="621792"/>
          </a:xfrm>
          <a:prstGeom prst="roundRect">
            <a:avLst/>
          </a:prstGeom>
          <a:solidFill>
            <a:srgbClr val="C95643"/>
          </a:solidFill>
          <a:ln w="8890">
            <a:solidFill>
              <a:srgbClr val="C9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30752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BLOCKED_TEMPERATURE_MAPPING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67665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CEA"/>
                </a:solidFill>
                <a:latin typeface="Microsoft YaHei"/>
              </a:rPr>
              <a:t>温度高度映射未证实；降水与 2011–2013 仍有阻塞。
不生成 fitting CSV / WTH / CLI；不运行 WGEN、DSSAT、PPO。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777240"/>
            <a:ext cx="3429000" cy="5303520"/>
          </a:xfrm>
          <a:prstGeom prst="roundRect">
            <a:avLst/>
          </a:prstGeom>
          <a:solidFill>
            <a:srgbClr val="2C3C43"/>
          </a:solidFill>
          <a:ln w="8890">
            <a:solidFill>
              <a:srgbClr val="536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42415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本轮三道门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530352" cy="530352"/>
          </a:xfrm>
          <a:prstGeom prst="roundRect">
            <a:avLst/>
          </a:prstGeom>
          <a:solidFill>
            <a:srgbClr val="C95643"/>
          </a:solidFill>
          <a:ln w="8890">
            <a:solidFill>
              <a:srgbClr val="C9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819656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温度字段/高度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39696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CD8D8"/>
                </a:solidFill>
                <a:latin typeface="Microsoft YaHei"/>
              </a:rPr>
              <a:t>BLOCKED_TEMPERATURE_MAPPING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862072"/>
            <a:ext cx="530352" cy="530352"/>
          </a:xfrm>
          <a:prstGeom prst="roundRect">
            <a:avLst/>
          </a:prstGeom>
          <a:solidFill>
            <a:srgbClr val="D59A2A"/>
          </a:solidFill>
          <a:ln w="8890">
            <a:solidFill>
              <a:srgbClr val="D5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8620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85292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35 天降水缺口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172968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CD8D8"/>
                </a:solidFill>
                <a:latin typeface="Microsoft YaHei"/>
              </a:rPr>
              <a:t>BLOCKED_PRECIPITATION_GAPS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895344"/>
            <a:ext cx="530352" cy="530352"/>
          </a:xfrm>
          <a:prstGeom prst="roundRect">
            <a:avLst/>
          </a:prstGeom>
          <a:solidFill>
            <a:srgbClr val="39799A"/>
          </a:solidFill>
          <a:ln w="8890">
            <a:solidFill>
              <a:srgbClr val="397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89534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8862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2011–2013 日值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20624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CD8D8"/>
                </a:solidFill>
                <a:latin typeface="Microsoft YaHei"/>
              </a:rPr>
              <a:t>BLOCKED_2011_2013_WEATHER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22860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FC0C2"/>
                </a:solidFill>
                <a:latin typeface="Microsoft YaHei"/>
              </a:rPr>
              <a:t>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7C78"/>
                </a:solidFill>
                <a:latin typeface="Microsoft YaHei"/>
              </a:rPr>
              <a:t>003_04   / 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2D35"/>
                </a:solidFill>
                <a:latin typeface="Microsoft YaHei"/>
              </a:rPr>
              <a:t>三类产品，三种可用边界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实际解析说明与表头；按产品分辨率决定能否支持逐日重建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39112"/>
            <a:ext cx="10287000" cy="18288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1998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7525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1493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2003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4775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8743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2005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7900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8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2010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3775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7743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2013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01400" y="1975104"/>
            <a:ext cx="16459" cy="146304"/>
          </a:xfrm>
          <a:prstGeom prst="rect">
            <a:avLst/>
          </a:prstGeom>
          <a:solidFill>
            <a:srgbClr val="596A72"/>
          </a:solidFill>
          <a:ln w="8890">
            <a:solidFill>
              <a:srgbClr val="59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45368" y="1655064"/>
            <a:ext cx="5669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2"/>
                </a:solidFill>
                <a:latin typeface="Microsoft YaHei"/>
              </a:rP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560320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1998–2006 禹城监测产品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916936"/>
            <a:ext cx="3429000" cy="201168"/>
          </a:xfrm>
          <a:prstGeom prst="roundRect">
            <a:avLst/>
          </a:prstGeom>
          <a:solidFill>
            <a:srgbClr val="D59A2A"/>
          </a:solidFill>
          <a:ln w="8890">
            <a:solidFill>
              <a:srgbClr val="D5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163824"/>
            <a:ext cx="4206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2"/>
                </a:solidFill>
                <a:latin typeface="Microsoft YaHei"/>
              </a:rPr>
              <a:t>月值 | 10 个 XLS 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118104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5643"/>
                </a:solidFill>
                <a:latin typeface="Microsoft YaHei"/>
              </a:rPr>
              <a:t>不能拆成日值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520440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ChinaFLUX YCA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57525" y="3877056"/>
            <a:ext cx="3000375" cy="201168"/>
          </a:xfrm>
          <a:prstGeom prst="roundRect">
            <a:avLst/>
          </a:prstGeom>
          <a:solidFill>
            <a:srgbClr val="187C78"/>
          </a:solidFill>
          <a:ln w="889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123944"/>
            <a:ext cx="4206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2"/>
                </a:solidFill>
                <a:latin typeface="Microsoft YaHei"/>
              </a:rPr>
              <a:t>30 min / 日 / 月 / 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078224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59A2A"/>
                </a:solidFill>
                <a:latin typeface="Microsoft YaHei"/>
              </a:rPr>
              <a:t>温度高度配对未说明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80560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禹城站大气环境要素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4775" y="4837176"/>
            <a:ext cx="7286625" cy="201168"/>
          </a:xfrm>
          <a:prstGeom prst="roundRect">
            <a:avLst/>
          </a:prstGeom>
          <a:solidFill>
            <a:srgbClr val="39799A"/>
          </a:solidFill>
          <a:ln w="8890">
            <a:solidFill>
              <a:srgbClr val="397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084064"/>
            <a:ext cx="4206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2"/>
                </a:solidFill>
                <a:latin typeface="Microsoft YaHei"/>
              </a:rPr>
              <a:t>逐日 | 气象 + 辐射 XLSX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038344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5643"/>
                </a:solidFill>
                <a:latin typeface="Microsoft YaHei"/>
              </a:rPr>
              <a:t>QC 插补无逐日标志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881360" cy="438912"/>
          </a:xfrm>
          <a:prstGeom prst="roundRect">
            <a:avLst/>
          </a:prstGeom>
          <a:solidFill>
            <a:srgbClr val="F7EEDB"/>
          </a:solidFill>
          <a:ln w="8890">
            <a:solidFill>
              <a:srgbClr val="F7E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81558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同站点多产品交叉核对，不视为相互独立观测。原始 ZIP/XLSX 保持只读。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6539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YC/YCA  |  数据审计，不是 WGEN 输入候选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4710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7C78"/>
                </a:solidFill>
                <a:latin typeface="Microsoft YaHei"/>
              </a:rPr>
              <a:t>003_04   / 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2D35"/>
                </a:solidFill>
                <a:latin typeface="Microsoft YaHei"/>
              </a:rPr>
              <a:t>Gate A｜温度曲线接近，不等于高度映射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2005–2006 重叠日对照：705 个配对日；日表测温高度未知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83664"/>
            <a:ext cx="2560320" cy="484632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01952"/>
            <a:ext cx="2450591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候选映射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883664"/>
            <a:ext cx="1234440" cy="484632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01952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Bias °C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1883664"/>
            <a:ext cx="1234440" cy="484632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901952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MAE °C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1" y="1883664"/>
            <a:ext cx="1234440" cy="484632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5" y="1901952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RMSE 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76871" y="1883664"/>
            <a:ext cx="1234440" cy="484632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5" y="1901952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Pearson 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368296"/>
            <a:ext cx="256032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86584"/>
            <a:ext cx="2450591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近地面 → TMAX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2368296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2386584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+0.807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2368296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5" y="2386584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0.868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1" y="2368296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7295" y="2386584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1.091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1" y="2368296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5" y="2386584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0.99778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2928"/>
            <a:ext cx="256032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871216"/>
            <a:ext cx="2450591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近地面 → TMIN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2852928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2871216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+0.152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7992" y="2852928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5" y="2871216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0.613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42431" y="2852928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5" y="2871216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1.051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76871" y="2852928"/>
            <a:ext cx="1234440" cy="484632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1735" y="2871216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0.99528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3337560"/>
            <a:ext cx="256032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355848"/>
            <a:ext cx="2450591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冠层上方 → TMAX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3552" y="3337560"/>
            <a:ext cx="12344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3355848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+0.963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337560"/>
            <a:ext cx="12344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5" y="3355848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1.019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2431" y="3337560"/>
            <a:ext cx="12344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5" y="3355848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1.202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6871" y="3337560"/>
            <a:ext cx="12344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1735" y="3355848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0.99788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3822191"/>
            <a:ext cx="2560320" cy="484632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3840479"/>
            <a:ext cx="2450591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冠层上方 → TMIN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3822191"/>
            <a:ext cx="1234440" cy="484632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28416" y="3840479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-0.227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3822191"/>
            <a:ext cx="1234440" cy="484632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62855" y="3840479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0.771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42431" y="3822191"/>
            <a:ext cx="1234440" cy="484632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97295" y="3840479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1.097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1" y="3822191"/>
            <a:ext cx="1234440" cy="484632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31735" y="3840479"/>
            <a:ext cx="112471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0.99500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58200" y="1883664"/>
            <a:ext cx="3063240" cy="2423160"/>
          </a:xfrm>
          <a:prstGeom prst="roundRect">
            <a:avLst/>
          </a:prstGeom>
          <a:solidFill>
            <a:srgbClr val="F5E4E0"/>
          </a:solidFill>
          <a:ln w="8890">
            <a:solidFill>
              <a:srgbClr val="F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05088" y="2121408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5643"/>
                </a:solidFill>
                <a:latin typeface="Microsoft YaHei"/>
              </a:rPr>
              <a:t>结论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2560320"/>
            <a:ext cx="25146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近地面列误差较小，但无法证明它是 1.6 m。
元数据只列出 1.6 m、2.9 m，未配对到导出字段。
不选 TMAX/TMIN 主源。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572000"/>
            <a:ext cx="10789920" cy="987552"/>
          </a:xfrm>
          <a:prstGeom prst="roundRect">
            <a:avLst/>
          </a:prstGeom>
          <a:solidFill>
            <a:srgbClr val="E1F0ED"/>
          </a:solidFill>
          <a:ln w="8890">
            <a:solidFill>
              <a:srgbClr val="E1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4736592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7C78"/>
                </a:solidFill>
                <a:latin typeface="Microsoft YaHei"/>
              </a:rPr>
              <a:t>Gate A  BLOCKED_TEMPERATURE_MAPPING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" y="5102352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字段定义：冠层下 / 冠层上；参考日表：HMP45D，但无温度高度。数值相似仅作同站点产品一致性检查。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656539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YC/YCA  |  数据审计，不是 WGEN 输入候选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654710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7C78"/>
                </a:solidFill>
                <a:latin typeface="Microsoft YaHei"/>
              </a:rPr>
              <a:t>003_04   / 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2D35"/>
                </a:solidFill>
                <a:latin typeface="Microsoft YaHei"/>
              </a:rPr>
              <a:t>Gate B｜30 个零值候选，仍不能认证为实测零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35 个原缺口逐日追查；月/年累计量不拆分，不以缺测补零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657600" cy="3639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39696"/>
            <a:ext cx="15544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202D35"/>
                </a:solidFill>
                <a:latin typeface="Microsoft YaHe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322576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A72"/>
                </a:solidFill>
                <a:latin typeface="Microsoft YaHei"/>
              </a:rPr>
              <a:t>原 unresolved 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00400"/>
            <a:ext cx="2907792" cy="310896"/>
          </a:xfrm>
          <a:prstGeom prst="round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00400"/>
            <a:ext cx="2492393" cy="310896"/>
          </a:xfrm>
          <a:prstGeom prst="roundRect">
            <a:avLst/>
          </a:prstGeom>
          <a:solidFill>
            <a:srgbClr val="D59A2A"/>
          </a:solidFill>
          <a:ln w="8890">
            <a:solidFill>
              <a:srgbClr val="D5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685032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30 天有官方日表数值候选（均为 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24528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5643"/>
                </a:solidFill>
                <a:latin typeface="Microsoft YaHei"/>
              </a:rPr>
              <a:t>5 天无日源：2004-10-16 至 10-20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764024"/>
            <a:ext cx="299008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2"/>
                </a:solidFill>
                <a:latin typeface="Microsoft YaHei"/>
              </a:rPr>
              <a:t>新日表说明含缺测插补，但无逐日实测/插补标志。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20240"/>
            <a:ext cx="1371600" cy="502920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938528"/>
            <a:ext cx="12618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年份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1828800" cy="502920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93852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ChinaFLUX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920240"/>
            <a:ext cx="1828800" cy="502920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93852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新日表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920240"/>
            <a:ext cx="1645920" cy="502920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938528"/>
            <a:ext cx="153619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差值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42316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441448"/>
            <a:ext cx="12618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2005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423160"/>
            <a:ext cx="18288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244144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627.2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423160"/>
            <a:ext cx="18288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244144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678.4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423160"/>
            <a:ext cx="1645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8944" y="2441448"/>
            <a:ext cx="153619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+51.2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926080"/>
            <a:ext cx="1371600" cy="502920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2944368"/>
            <a:ext cx="12618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2006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926080"/>
            <a:ext cx="1828800" cy="502920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294436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380.2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926080"/>
            <a:ext cx="1828800" cy="502920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0144" y="2944368"/>
            <a:ext cx="171907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403.6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2926080"/>
            <a:ext cx="1645920" cy="502920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944368"/>
            <a:ext cx="1536192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2D35"/>
                </a:solidFill>
                <a:latin typeface="Microsoft YaHei"/>
              </a:rPr>
              <a:t>+23.4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346704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日配对：bias +0.102 mm/d  |  MAE 0.560  |  RMSE 2.500  |  r=0.9366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3822191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雨/无雨一致：674/730（92.3%）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73168" y="4434840"/>
            <a:ext cx="6583680" cy="896112"/>
          </a:xfrm>
          <a:prstGeom prst="roundRect">
            <a:avLst/>
          </a:prstGeom>
          <a:solidFill>
            <a:srgbClr val="F7EEDB"/>
          </a:solidFill>
          <a:ln w="8890">
            <a:solidFill>
              <a:srgbClr val="F7E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4599432"/>
            <a:ext cx="61264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年总量差异 2005 +8.2%  |  2006 +6.2%
单位均为 mm，但量测/QC/插补差异原因未解。Gate B 认证通过 0/35。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56539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YC/YCA  |  数据审计，不是 WGEN 输入候选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4710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7C78"/>
                </a:solidFill>
                <a:latin typeface="Microsoft YaHei"/>
              </a:rPr>
              <a:t>003_04   / 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2D35"/>
                </a:solidFill>
                <a:latin typeface="Microsoft YaHei"/>
              </a:rPr>
              <a:t>Gate C｜2011–2013 有日表，不等于四变量完整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新官方日表：RAIN 完整；温度/辐射的缺测与物理异常原样保留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901952"/>
            <a:ext cx="137160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126187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901952"/>
            <a:ext cx="132588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1920240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RAIN 缺失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7" y="1901952"/>
            <a:ext cx="146304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1" y="1920240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TMAX 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7" y="1901952"/>
            <a:ext cx="146304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1" y="1920240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TMIN 缺失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7" y="1901952"/>
            <a:ext cx="132588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920240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SRAD 缺失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7" y="1901952"/>
            <a:ext cx="1417320" cy="566928"/>
          </a:xfrm>
          <a:prstGeom prst="rect">
            <a:avLst/>
          </a:prstGeom>
          <a:solidFill>
            <a:srgbClr val="202D35"/>
          </a:solidFill>
          <a:ln w="8890">
            <a:solidFill>
              <a:srgbClr val="2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1" y="1920240"/>
            <a:ext cx="13075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SRAD 负值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468880"/>
            <a:ext cx="137160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2487168"/>
            <a:ext cx="126187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2011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468880"/>
            <a:ext cx="132588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2487168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7" y="2468880"/>
            <a:ext cx="146304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1" y="2487168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0327" y="2468880"/>
            <a:ext cx="146304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1" y="2487168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38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3367" y="2468880"/>
            <a:ext cx="132588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2487168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7" y="2468880"/>
            <a:ext cx="141732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1" y="2487168"/>
            <a:ext cx="13075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3035808"/>
            <a:ext cx="137160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3054096"/>
            <a:ext cx="126187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2012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035808"/>
            <a:ext cx="132588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3054096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47287" y="3035808"/>
            <a:ext cx="146304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1" y="3054096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0327" y="3035808"/>
            <a:ext cx="146304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65191" y="3054096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7" y="3035808"/>
            <a:ext cx="132588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3054096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7" y="3035808"/>
            <a:ext cx="1417320" cy="566928"/>
          </a:xfrm>
          <a:prstGeom prst="rect">
            <a:avLst/>
          </a:prstGeom>
          <a:solidFill>
            <a:srgbClr val="EDF1F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1" y="3054096"/>
            <a:ext cx="13075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3602736"/>
            <a:ext cx="137160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" y="3621024"/>
            <a:ext cx="126187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2013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21408" y="3602736"/>
            <a:ext cx="132588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76272" y="3621024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47287" y="3602736"/>
            <a:ext cx="146304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151" y="3621024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0327" y="3602736"/>
            <a:ext cx="146304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5191" y="3621024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73367" y="3602736"/>
            <a:ext cx="132588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1" y="3621024"/>
            <a:ext cx="12161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9247" y="3602736"/>
            <a:ext cx="1417320" cy="566928"/>
          </a:xfrm>
          <a:prstGeom prst="rect">
            <a:avLst/>
          </a:prstGeom>
          <a:solidFill>
            <a:srgbClr val="F5E4E0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54111" y="3621024"/>
            <a:ext cx="13075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D35"/>
                </a:solidFill>
                <a:latin typeface="Microsoft YaHei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8096" y="4169663"/>
            <a:ext cx="10698480" cy="1170432"/>
          </a:xfrm>
          <a:prstGeom prst="roundRect">
            <a:avLst/>
          </a:prstGeom>
          <a:solidFill>
            <a:srgbClr val="F5E4E0"/>
          </a:solidFill>
          <a:ln w="8890">
            <a:solidFill>
              <a:srgbClr val="F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4343400"/>
            <a:ext cx="25603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5643"/>
                </a:solidFill>
                <a:latin typeface="Microsoft YaHei"/>
              </a:rPr>
              <a:t>影响最大的连续缺口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4288536"/>
            <a:ext cx="75895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D35"/>
                </a:solidFill>
                <a:latin typeface="Microsoft YaHei"/>
              </a:rPr>
              <a:t>2011-05-18 至 06-03、2011-08-17 至 09-04：TMAX/TMIN 与 SRAD 同时缺失。
SRAD 负值：2011-03-09、2011-04-20、2013-01-02；未截为 0。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687568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7C78"/>
                </a:solidFill>
                <a:latin typeface="Microsoft YaHei"/>
              </a:rPr>
              <a:t>总辐射定义与单位可确认（MJ/m²，区别于净辐射/PAR）；完整性仍不通过。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656539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YC/YCA  |  数据审计，不是 WGEN 输入候选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54710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7C78"/>
                </a:solidFill>
                <a:latin typeface="Microsoft YaHei"/>
              </a:rPr>
              <a:t>003_04   / 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2D35"/>
                </a:solidFill>
                <a:latin typeface="Microsoft YaHei"/>
              </a:rPr>
              <a:t>审计停在数据门槛，不进入 WGEN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所有 3,653 天均保留变量级来源或 unresolved；验证期天气值未读取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30552"/>
            <a:ext cx="7142457" cy="411480"/>
          </a:xfrm>
          <a:prstGeom prst="rect">
            <a:avLst/>
          </a:prstGeom>
          <a:solidFill>
            <a:srgbClr val="187C78"/>
          </a:solidFill>
          <a:ln w="889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7142457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2514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1137" y="2130552"/>
            <a:ext cx="3199048" cy="411480"/>
          </a:xfrm>
          <a:prstGeom prst="rect">
            <a:avLst/>
          </a:prstGeom>
          <a:solidFill>
            <a:srgbClr val="D59A2A"/>
          </a:solidFill>
          <a:ln w="8890">
            <a:solidFill>
              <a:srgbClr val="D5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1137" y="2157984"/>
            <a:ext cx="3199048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1126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10186" y="2130552"/>
            <a:ext cx="36576" cy="411480"/>
          </a:xfrm>
          <a:prstGeom prst="rect">
            <a:avLst/>
          </a:prstGeom>
          <a:solidFill>
            <a:srgbClr val="39799A"/>
          </a:solidFill>
          <a:ln w="8890">
            <a:solidFill>
              <a:srgbClr val="397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32914" y="2130552"/>
            <a:ext cx="36576" cy="411480"/>
          </a:xfrm>
          <a:prstGeom prst="rect">
            <a:avLst/>
          </a:prstGeom>
          <a:solidFill>
            <a:srgbClr val="C95643"/>
          </a:solidFill>
          <a:ln w="8890">
            <a:solidFill>
              <a:srgbClr val="C9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816351"/>
            <a:ext cx="146304" cy="146304"/>
          </a:xfrm>
          <a:prstGeom prst="rect">
            <a:avLst/>
          </a:prstGeom>
          <a:solidFill>
            <a:srgbClr val="187C78"/>
          </a:solidFill>
          <a:ln w="889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79776"/>
            <a:ext cx="4480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ChinaFLUX 完整日：2,514 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2816351"/>
            <a:ext cx="146304" cy="146304"/>
          </a:xfrm>
          <a:prstGeom prst="rect">
            <a:avLst/>
          </a:prstGeom>
          <a:solidFill>
            <a:srgbClr val="D59A2A"/>
          </a:solidFill>
          <a:ln w="8890">
            <a:solidFill>
              <a:srgbClr val="D5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779776"/>
            <a:ext cx="4480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2005–2022 日表：1,126 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3291839"/>
            <a:ext cx="146304" cy="146304"/>
          </a:xfrm>
          <a:prstGeom prst="rect">
            <a:avLst/>
          </a:prstGeom>
          <a:solidFill>
            <a:srgbClr val="39799A"/>
          </a:solidFill>
          <a:ln w="8890">
            <a:solidFill>
              <a:srgbClr val="397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255264"/>
            <a:ext cx="4480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旧原始值：8 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3291839"/>
            <a:ext cx="146304" cy="146304"/>
          </a:xfrm>
          <a:prstGeom prst="rect">
            <a:avLst/>
          </a:prstGeom>
          <a:solidFill>
            <a:srgbClr val="C95643"/>
          </a:solidFill>
          <a:ln w="8890">
            <a:solidFill>
              <a:srgbClr val="C9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3255264"/>
            <a:ext cx="4480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2D35"/>
                </a:solidFill>
                <a:latin typeface="Microsoft YaHei"/>
              </a:rPr>
              <a:t>降水无值：5 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41648"/>
            <a:ext cx="10561320" cy="1078992"/>
          </a:xfrm>
          <a:prstGeom prst="roundRect">
            <a:avLst/>
          </a:prstGeom>
          <a:solidFill>
            <a:srgbClr val="F5E4E0"/>
          </a:solidFill>
          <a:ln w="8890">
            <a:solidFill>
              <a:srgbClr val="F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24528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5643"/>
                </a:solidFill>
                <a:latin typeface="Microsoft YaHei"/>
              </a:rPr>
              <a:t>最终门槛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87952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D35"/>
                </a:solidFill>
                <a:latin typeface="Microsoft YaHei"/>
              </a:rPr>
              <a:t>BLOCKED_TEMPERATURE_MAPPING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599432"/>
            <a:ext cx="8138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2"/>
                </a:solidFill>
                <a:latin typeface="Microsoft YaHei"/>
              </a:rPr>
              <a:t>次级：降水缺口未认证  ·  2011–2013 不完整  ·  降水年总量不一致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D35"/>
                </a:solidFill>
                <a:latin typeface="Microsoft YaHei"/>
              </a:rPr>
              <a:t>最小后续：确认温度高度配对；索取逐日 QC/插补标志；补充 2004 缺口日源；修复 2011–2013 TMAX/TMIN/SRAD 缺测与负值。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510528"/>
            <a:ext cx="11018520" cy="10972"/>
          </a:xfrm>
          <a:prstGeom prst="rect">
            <a:avLst/>
          </a:prstGeom>
          <a:solidFill>
            <a:srgbClr val="D6DEDD"/>
          </a:solidFill>
          <a:ln w="8890">
            <a:solidFill>
              <a:srgbClr val="D6D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65392"/>
            <a:ext cx="7132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YC/YCA  |  数据审计，不是 WGEN 输入候选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4710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A72"/>
                </a:solidFill>
                <a:latin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YC 多源官方天气重建审计 003_04</dc:title>
  <dc:subject>YC/YCA 2004-2013 train-only weather source gates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