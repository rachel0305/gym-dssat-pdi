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021_01 最终 DQN 策略判定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HLA / YC / FQ / LC 已完成必要证据；SY 输入来源仍阻塞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统一配置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DQN，n_steps=5，50K</a:t>
            </a:r>
          </a:p>
          <a:p>
            <a:pPr>
              <a:defRPr sz="2000"/>
            </a:pPr>
            <a:r>
              <a:t>I=[0,15,30]，N=[0,50,100]</a:t>
            </a:r>
          </a:p>
          <a:p>
            <a:pPr>
              <a:defRPr sz="2000"/>
            </a:pPr>
            <a:r>
              <a:t>I&lt;=120，N&lt;=300</a:t>
            </a:r>
          </a:p>
          <a:p>
            <a:pPr>
              <a:defRPr sz="2000"/>
            </a:pPr>
            <a:r>
              <a:t>Reward = local-null yield gain - 1I - 5N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站点状态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HLA: keep_current_config</a:t>
            </a:r>
          </a:p>
          <a:p>
            <a:pPr>
              <a:defRPr sz="2000"/>
            </a:pPr>
            <a:r>
              <a:t>YC: keep_current_config</a:t>
            </a:r>
          </a:p>
          <a:p>
            <a:pPr>
              <a:defRPr sz="2000"/>
            </a:pPr>
            <a:r>
              <a:t>FQ: keep_current_config</a:t>
            </a:r>
          </a:p>
          <a:p>
            <a:pPr>
              <a:defRPr sz="2000"/>
            </a:pPr>
            <a:r>
              <a:t>LC: resource_use_seed_sensitive</a:t>
            </a:r>
          </a:p>
          <a:p>
            <a:pPr>
              <a:defRPr sz="2000"/>
            </a:pPr>
            <a:r>
              <a:t>SY: blocked_input_provenance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LC2010 三 seed 正式结果</a:t>
            </a:r>
          </a:p>
        </p:txBody>
      </p:sp>
      <p:pic>
        <p:nvPicPr>
          <p:cNvPr id="3" name="Picture 2" descr="lc2010_50k_cross_seed_st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43000"/>
            <a:ext cx="9418320" cy="683465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LC 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产量：8737 / 8728 / 8707 kg/ha</a:t>
            </a:r>
          </a:p>
          <a:p>
            <a:pPr>
              <a:defRPr sz="2000"/>
            </a:pPr>
            <a:r>
              <a:t>灌溉：120 / 60 / 30 mm；施氮均为 0</a:t>
            </a:r>
          </a:p>
          <a:p>
            <a:pPr>
              <a:defRPr sz="2000"/>
            </a:pPr>
            <a:r>
              <a:t>最佳 checkpoint：15K / 40K / 50K</a:t>
            </a:r>
          </a:p>
          <a:p>
            <a:pPr>
              <a:defRPr sz="2000"/>
            </a:pPr>
            <a:r>
              <a:t>产量接近，但资源投入跨 seed 敏感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阻塞与下一步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LC：不能宣称资源使用跨 seed 稳定</a:t>
            </a:r>
          </a:p>
          <a:p>
            <a:pPr>
              <a:defRPr sz="2000"/>
            </a:pPr>
            <a:r>
              <a:t>SY：配置 IC=2，但当前准备 MZX 的 2014 treatment 为 IC=0</a:t>
            </a:r>
          </a:p>
          <a:p>
            <a:pPr>
              <a:defRPr sz="2000"/>
            </a:pPr>
            <a:r>
              <a:t>不修改 reward、IC 或动作空间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