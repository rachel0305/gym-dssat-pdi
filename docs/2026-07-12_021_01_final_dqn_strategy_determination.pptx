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021_01 Final DQN Strategy Determination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80467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/>
              <a:t>严格按任务书执行：复用 HLA 既有结果，完成 YC/FQ 必要诊断，核查 LC/SY 问题站点，给出统一 DQN 正式候选策略。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站点诊断总表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97280"/>
          <a:ext cx="841248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883920">
                <a:tc>
                  <a:txBody>
                    <a:bodyPr/>
                    <a:lstStyle/>
                    <a:p>
                      <a:r>
                        <a:rPr sz="1000" b="1"/>
                        <a:t>station_code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focus_year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recommended_water_cost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recommended_nitrogen_cost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recommended_n_steps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next_action</a:t>
                      </a:r>
                    </a:p>
                  </a:txBody>
                  <a:tcPr/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900" b="0"/>
                        <a:t>HLA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2007,2010,2015,2016,2022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keep_current_config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Existing formal 020_11 matrix already covers 5 years x 3 seeds under the frozen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Reuse existing HLA formal results; no rerun needed in 021_01.</a:t>
                      </a:r>
                    </a:p>
                  </a:txBody>
                  <a:tcPr/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900" b="0"/>
                        <a:t>YC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keep_current_config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nitrogen_cost=2/5/8 formal 50K comparison shows no meaningful policy or outcome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Retain current nitrogen_cost=5 for continuity and cross-station comparability.</a:t>
                      </a:r>
                    </a:p>
                  </a:txBody>
                  <a:tcPr/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900" b="0"/>
                        <a:t>FQ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keep_current_config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water_cost=0.5/1/2 formal 50K comparison shows the same checkpoint family and 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Retain current water_cost=1 for continuity and cross-station comparability.</a:t>
                      </a:r>
                    </a:p>
                  </a:txBody>
                  <a:tcPr/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900" b="0"/>
                        <a:t>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blocked_runtime_poll_wait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null run finished; DQN run created input/runtime shell only; pdi_gym.log ends wi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Do not launch new sensitivity runs; fix benchmark/runtime handshake first.</a:t>
                      </a:r>
                    </a:p>
                  </a:txBody>
                  <a:tcPr/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900" b="0"/>
                        <a:t>SY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blocked_input_provenance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2014 treatment row in prepared MZX is the authoritative on-disk candidate used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Freeze formal training until IC/MZX provenance is authoritative.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YC2014 nitrogen_cost 正式 50K 诊断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97280"/>
          <a:ext cx="841248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7113"/>
                <a:gridCol w="647113"/>
                <a:gridCol w="647113"/>
                <a:gridCol w="647113"/>
                <a:gridCol w="647113"/>
                <a:gridCol w="647113"/>
                <a:gridCol w="647113"/>
                <a:gridCol w="647113"/>
                <a:gridCol w="647113"/>
                <a:gridCol w="647113"/>
                <a:gridCol w="647113"/>
                <a:gridCol w="647113"/>
                <a:gridCol w="647124"/>
              </a:tblGrid>
              <a:tr h="589280">
                <a:tc>
                  <a:txBody>
                    <a:bodyPr/>
                    <a:lstStyle/>
                    <a:p>
                      <a:r>
                        <a:rPr sz="1000" b="1"/>
                        <a:t>station_code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nitrogen_cost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checkpoint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yield_kg_ha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biomass_kg_ha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irrigation_mm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nitrogen_kg_ha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reward_total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max_water_stress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max_nitrogen_stress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source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900" b="0"/>
                        <a:t>YC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35000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8659.0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18831.0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60.0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774.15283203125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new:benchmark_results\021_01\021_01_yc2014_ncost2__yc_2014_seed0\evaluations\sea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900" b="0"/>
                        <a:t>YC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8676.0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18869.0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90.0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760.5731201171875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new:benchmark_results\021_01\021_01_yc2014_ncost2__yc_2014_seed1\evaluations\sea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900" b="0"/>
                        <a:t>YC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8665.0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18842.0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75.0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764.7802734375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new:benchmark_results\021_01\021_01_yc2014_ncost2__yc_2014_seed2\evaluations\sea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900" b="0"/>
                        <a:t>YC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35000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8659.0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18831.0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60.0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774.15283203125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0.4490230679512024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reused:DSSAT_auto_validation\frozen_nstep_cross_site_020_12\YC2014\seed0_50000st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900" b="0"/>
                        <a:t>YC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8676.0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18869.0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90.0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760.5731201171875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0.4473164081573486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reused:DSSAT_auto_validation\frozen_nstep_cross_site_020_12\YC2014\seed1_50000st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900" b="0"/>
                        <a:t>YC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8665.0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18842.0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75.0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764.7802734375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new:benchmark_results\021_01\021_01_yc2014_ncost5__yc_2014_seed2\evaluations\sea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900" b="0"/>
                        <a:t>YC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35000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8659.0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18831.0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60.0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774.15283203125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new:benchmark_results\021_01\021_01_yc2014_ncost8__yc_2014_seed0\evaluations\sea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900" b="0"/>
                        <a:t>YC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8676.0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18869.0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90.0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760.5731201171875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new:benchmark_results\021_01\021_01_yc2014_ncost8__yc_2014_seed1\evaluations\sea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FQ2016 water_cost 正式 50K 诊断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97280"/>
          <a:ext cx="841248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7113"/>
                <a:gridCol w="647113"/>
                <a:gridCol w="647113"/>
                <a:gridCol w="647113"/>
                <a:gridCol w="647113"/>
                <a:gridCol w="647113"/>
                <a:gridCol w="647113"/>
                <a:gridCol w="647113"/>
                <a:gridCol w="647113"/>
                <a:gridCol w="647113"/>
                <a:gridCol w="647113"/>
                <a:gridCol w="647113"/>
                <a:gridCol w="647124"/>
              </a:tblGrid>
              <a:tr h="589280">
                <a:tc>
                  <a:txBody>
                    <a:bodyPr/>
                    <a:lstStyle/>
                    <a:p>
                      <a:r>
                        <a:rPr sz="1000" b="1"/>
                        <a:t>station_code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water_cost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checkpoint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yield_kg_ha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biomass_kg_ha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irrigation_mm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nitrogen_kg_ha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reward_total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max_water_stress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max_nitrogen_stress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source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900" b="0"/>
                        <a:t>FQ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7985.0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14028.0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548.5635986328125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new:benchmark_results\021_01\021_01_fq2016_wcost0p5__fq_2016_seed0\evaluations\s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900" b="0"/>
                        <a:t>FQ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40000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7985.0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13988.0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105.0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813.5355224609375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new:benchmark_results\021_01\021_01_fq2016_wcost0p5__fq_2016_seed1\evaluations\s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900" b="0"/>
                        <a:t>FQ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8012.0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14086.0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105.0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841.421875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new:benchmark_results\021_01\021_01_fq2016_wcost0p5__fq_2016_seed2\evaluations\s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900" b="0"/>
                        <a:t>FQ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7985.0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14028.0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548.5635986328125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0.0121910572052001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reused:DSSAT_auto_validation\frozen_nstep_cross_site_020_12\FQ2016\seed0_50000st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900" b="0"/>
                        <a:t>FQ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40000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7985.0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13988.0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105.0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813.5355224609375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0.0121910572052001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reused:DSSAT_auto_validation\frozen_nstep_cross_site_020_12\FQ2016\seed1_50000st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900" b="0"/>
                        <a:t>FQ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8012.0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14086.0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105.0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841.421875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new:benchmark_results\021_01\021_01_fq2016_wcost1__fq_2016_seed2\evaluations\sea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900" b="0"/>
                        <a:t>FQ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7985.0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14028.0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548.5635986328125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new:benchmark_results\021_01\021_01_fq2016_wcost2__fq_2016_seed0\evaluations\sea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900" b="0"/>
                        <a:t>FQ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40000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7985.0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13988.0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105.0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813.5355224609375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new:benchmark_results\021_01\021_01_fq2016_wcost2__fq_2016_seed1\evaluations\sea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LC2010 frozen configuration 复核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97280"/>
          <a:ext cx="841248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7113"/>
                <a:gridCol w="647113"/>
                <a:gridCol w="647113"/>
                <a:gridCol w="647113"/>
                <a:gridCol w="647113"/>
                <a:gridCol w="647113"/>
                <a:gridCol w="647113"/>
                <a:gridCol w="647113"/>
                <a:gridCol w="647113"/>
                <a:gridCol w="647113"/>
                <a:gridCol w="647113"/>
                <a:gridCol w="647113"/>
                <a:gridCol w="647124"/>
              </a:tblGrid>
              <a:tr h="883920">
                <a:tc>
                  <a:txBody>
                    <a:bodyPr/>
                    <a:lstStyle/>
                    <a:p>
                      <a:r>
                        <a:rPr sz="1000" b="1"/>
                        <a:t>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selection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checkpoint_step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yield_kg_ha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biomass_kg_ha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irrigation_mm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nitrogen_kg_ha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max_water_stress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max_nitrogen_stress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total_reward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note</a:t>
                      </a:r>
                    </a:p>
                  </a:txBody>
                  <a:tcPr/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900" b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best_reward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8739.0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16377.0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90.0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0.0191813707351684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598.1485595703125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legacy_reference_only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legacy:DSSAT_auto_validation\extension_expert_baseline_018_03\018_06_lc2010_seed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Only 5K legacy evidence exists; not accepted as 021_01 formal frozen 50K seed re</a:t>
                      </a:r>
                    </a:p>
                  </a:txBody>
                  <a:tcPr/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900" b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best_yield_then_resource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8739.0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16377.0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90.0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0.0191813707351684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598.1485595703125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legacy_reference_only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legacy:DSSAT_auto_validation\extension_expert_baseline_018_03\018_06_lc2010_seed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Only 5K legacy evidence exists; not accepted as 021_01 formal frozen 50K seed re</a:t>
                      </a:r>
                    </a:p>
                  </a:txBody>
                  <a:tcPr/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9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best_reward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8739.0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16374.0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300.0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0.0191813707351684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-932.4666748046876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legacy_reference_only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legacy:DSSAT_auto_validation\extension_expert_baseline_018_03\018_06_lc2010_seed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Only 5K legacy evidence exists; not accepted as 021_01 formal frozen 50K seed re</a:t>
                      </a:r>
                    </a:p>
                  </a:txBody>
                  <a:tcPr/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9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best_yield_then_resource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8739.0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16374.0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300.0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0.0191813707351684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-932.4666748046876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legacy_reference_only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legacy:DSSAT_auto_validation\extension_expert_baseline_018_03\018_06_lc2010_seed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Only 5K legacy evidence exists; not accepted as 021_01 formal frozen 50K seed re</a:t>
                      </a:r>
                    </a:p>
                  </a:txBody>
                  <a:tcPr/>
                </a:tc>
              </a:tr>
              <a:tr h="883920">
                <a:tc>
                  <a:txBody>
                    <a:bodyPr/>
                    <a:lstStyle/>
                    <a:p>
                      <a:r>
                        <a:rPr sz="900" b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021_01_attempt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blocked_runtime_poll_wait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new:benchmark_results/021_01/021_01_lc2010_seed_stability__lc_2010_seed0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null run finished; DQN run created input/runtime shell only; pdi_gym.log ends wi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SY2014 input provenance audit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97280"/>
          <a:ext cx="841248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589280">
                <a:tc>
                  <a:txBody>
                    <a:bodyPr/>
                    <a:lstStyle/>
                    <a:p>
                      <a:r>
                        <a:rPr sz="1000" b="1"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configured_value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observed_value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note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900" b="0"/>
                        <a:t>site_config.initial_condition_mode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configs\sites\sya.yaml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configured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Benchmark site config explicitly points to IC=2 expectation.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900" b="0"/>
                        <a:t>prepared_mzx_treatment2_IC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DSSAT_auto_validation\multisite_new_cultivar_inputs_013\SY\CNSY1201.MZX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mismatch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2014 treatment row in prepared MZX is the authoritative on-disk candidate used b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900" b="0"/>
                        <a:t>prepared_mzx_soil_id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SY99001200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SY99001200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DSSAT_auto_validation\multisite_new_cultivar_inputs_013\SY\CNSY1201.MZX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matched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Prepared input package keeps SY99001200 as soil id.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900" b="0"/>
                        <a:t>prepared_mzx_weather_2014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CNSY1401.WTH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CNSY1401.WTH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DSSAT_auto_validation\multisite_new_cultivar_inputs_013\SY\CNSY1201.MZX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matched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2014 field row points to CNSY1401.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900" b="0"/>
                        <a:t>prepared_mzx_cultivar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FY0985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FY0985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DSSAT_auto_validation\multisite_new_cultivar_inputs_013\SY\CNSY1201.MZX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matched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Cultivar block in prepared MZX is FY0985.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900" b="0"/>
                        <a:t>diagnostic_sy2012_ic1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16789.09423828125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DSSAT_auto_validation\multisite_new_cultivar_inputs_013\SY\sy_2012_2014_ic_diagn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steps=158, terminated=True, description=2012 treatment, keep original IC=1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900" b="0"/>
                        <a:t>diagnostic_sy2014_ic0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18302.4365234375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DSSAT_auto_validation\multisite_new_cultivar_inputs_013\SY\sy_2012_2014_ic_diagn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steps=160, terminated=True, description=2014 treatment, keep original IC=0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900" b="0"/>
                        <a:t>diagnostic_sy2014_ic1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13299.51171875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DSSAT_auto_validation\multisite_new_cultivar_inputs_013\SY\sy_2012_2014_ic_diagn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steps=160, terminated=True, description=2014 treatment, patch treatment row back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统一参数证据表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97280"/>
          <a:ext cx="841248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4720"/>
                <a:gridCol w="934720"/>
                <a:gridCol w="934720"/>
                <a:gridCol w="934720"/>
                <a:gridCol w="934720"/>
                <a:gridCol w="934720"/>
                <a:gridCol w="934720"/>
                <a:gridCol w="934720"/>
                <a:gridCol w="934720"/>
              </a:tblGrid>
              <a:tr h="757645">
                <a:tc>
                  <a:txBody>
                    <a:bodyPr/>
                    <a:lstStyle/>
                    <a:p>
                      <a:r>
                        <a:rPr sz="1000" b="1"/>
                        <a:t>station_code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water_cost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nitrogen_cost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n_steps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irrigation_action_levels_mm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nitrogen_action_levels_kg_ha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season_budgets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evidence</a:t>
                      </a:r>
                    </a:p>
                  </a:txBody>
                  <a:tcPr/>
                </a:tc>
              </a:tr>
              <a:tr h="757645">
                <a:tc>
                  <a:txBody>
                    <a:bodyPr/>
                    <a:lstStyle/>
                    <a:p>
                      <a:r>
                        <a:rPr sz="900" b="0"/>
                        <a:t>HLA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keep_current_config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[0, 15, 30]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[0, 50, 100]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I&lt;=120, N&lt;=300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Existing formal 020_11 matrix already covers 5 years x 3 seeds under the frozen </a:t>
                      </a:r>
                    </a:p>
                  </a:txBody>
                  <a:tcPr/>
                </a:tc>
              </a:tr>
              <a:tr h="757645">
                <a:tc>
                  <a:txBody>
                    <a:bodyPr/>
                    <a:lstStyle/>
                    <a:p>
                      <a:r>
                        <a:rPr sz="900" b="0"/>
                        <a:t>YC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keep_current_config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[0, 15, 30]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[0, 50, 100]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I&lt;=120, N&lt;=300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nitrogen_cost=2/5/8 formal 50K comparison shows no meaningful policy or outcome </a:t>
                      </a:r>
                    </a:p>
                  </a:txBody>
                  <a:tcPr/>
                </a:tc>
              </a:tr>
              <a:tr h="757645">
                <a:tc>
                  <a:txBody>
                    <a:bodyPr/>
                    <a:lstStyle/>
                    <a:p>
                      <a:r>
                        <a:rPr sz="900" b="0"/>
                        <a:t>FQ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keep_current_config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[0, 15, 30]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[0, 50, 100]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I&lt;=120, N&lt;=300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water_cost=0.5/1/2 formal 50K comparison shows the same checkpoint family and ne</a:t>
                      </a:r>
                    </a:p>
                  </a:txBody>
                  <a:tcPr/>
                </a:tc>
              </a:tr>
              <a:tr h="757645">
                <a:tc>
                  <a:txBody>
                    <a:bodyPr/>
                    <a:lstStyle/>
                    <a:p>
                      <a:r>
                        <a:rPr sz="900" b="0"/>
                        <a:t>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blocked_runtime_poll_wait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[0, 15, 30]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[0, 50, 100]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I&lt;=120, N&lt;=300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null run finished; DQN run created input/runtime shell only; pdi_gym.log ends wi</a:t>
                      </a:r>
                    </a:p>
                  </a:txBody>
                  <a:tcPr/>
                </a:tc>
              </a:tr>
              <a:tr h="757645">
                <a:tc>
                  <a:txBody>
                    <a:bodyPr/>
                    <a:lstStyle/>
                    <a:p>
                      <a:r>
                        <a:rPr sz="900" b="0"/>
                        <a:t>SY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blocked_input_provenance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[0, 15, 30]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[0, 50, 100]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I&lt;=120, N&lt;=300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2014 treatment row in prepared MZX is the authoritative on-disk candidate used b</a:t>
                      </a:r>
                    </a:p>
                  </a:txBody>
                  <a:tcPr/>
                </a:tc>
              </a:tr>
              <a:tr h="757650">
                <a:tc>
                  <a:txBody>
                    <a:bodyPr/>
                    <a:lstStyle/>
                    <a:p>
                      <a:r>
                        <a:rPr sz="900" b="0"/>
                        <a:t>UNIFIED_CANDIDATE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[0, 15, 30]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[0, 50, 100]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I&lt;=120, N&lt;=300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/>
                        <a:t>Keep the frozen HLA/YC/FQ-compatible setup; LC runtime and SY provenance remain 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/>
              <a:t>结论与后续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2296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800"/>
              <a:t>HLA：keep_current_config，正式结果直接复用。</a:t>
            </a:r>
          </a:p>
          <a:p>
            <a:pPr/>
            <a:r>
              <a:rPr sz="1800"/>
              <a:t>YC：nitrogen_cost=2/5/8 无实质分叉，保留 5。</a:t>
            </a:r>
          </a:p>
          <a:p>
            <a:pPr/>
            <a:r>
              <a:rPr sz="1800"/>
              <a:t>FQ：water_cost=0.5/1/2 无实质分叉，保留 1。</a:t>
            </a:r>
          </a:p>
          <a:p>
            <a:pPr/>
            <a:r>
              <a:rPr sz="1800"/>
              <a:t>LC：benchmark runtime 卡在 Client started 后的 poll-wait，当前 blocked。</a:t>
            </a:r>
          </a:p>
          <a:p>
            <a:pPr/>
            <a:r>
              <a:rPr sz="1800"/>
              <a:t>SY：config 期待 IC=2，但 prepared MZX 2014 treatment 仍是 IC=0，当前 blocked。</a:t>
            </a:r>
          </a:p>
          <a:p>
            <a:pPr/>
            <a:r>
              <a:rPr sz="1800"/>
              <a:t>统一候选：water_cost=1, nitrogen_cost=5, n_steps=5, I=[0,15,30], N=[0,50,100], I&lt;=120, N&lt;=300。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