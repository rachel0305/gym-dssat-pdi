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7d16727204042" /><Relationship Type="http://schemas.openxmlformats.org/officeDocument/2006/relationships/extended-properties" Target="/docProps/app.xml" Id="R5b447d79ca584c88" /><Relationship Type="http://schemas.openxmlformats.org/officeDocument/2006/relationships/officeDocument" Target="/ppt/presentation.xml" Id="Ra3bfacd457ee44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451abc1dca4eab"/>
  </p:sldMasterIdLst>
  <p:notesMasterIdLst>
    <p:notesMasterId xmlns:r="http://schemas.openxmlformats.org/officeDocument/2006/relationships" r:id="Ree278233cae6464d"/>
  </p:notesMasterIdLst>
  <p:sldIdLst>
    <p:sldId xmlns:r="http://schemas.openxmlformats.org/officeDocument/2006/relationships" id="256" r:id="R6a31aef3d7054d83"/>
    <p:sldId xmlns:r="http://schemas.openxmlformats.org/officeDocument/2006/relationships" id="257" r:id="Rdd3b051342814fd9"/>
    <p:sldId xmlns:r="http://schemas.openxmlformats.org/officeDocument/2006/relationships" id="258" r:id="R1ae2de808486460d"/>
    <p:sldId xmlns:r="http://schemas.openxmlformats.org/officeDocument/2006/relationships" id="259" r:id="Rb1fee8e20e6043de"/>
    <p:sldId xmlns:r="http://schemas.openxmlformats.org/officeDocument/2006/relationships" id="260" r:id="Rb78c8f25ace44f09"/>
    <p:sldId xmlns:r="http://schemas.openxmlformats.org/officeDocument/2006/relationships" id="261" r:id="R6e56fffe02da417e"/>
    <p:sldId xmlns:r="http://schemas.openxmlformats.org/officeDocument/2006/relationships" id="262" r:id="Rd954b42208f7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ada8f8648417a" /><Relationship Type="http://schemas.openxmlformats.org/officeDocument/2006/relationships/slideMaster" Target="/ppt/slideMasters/slideMaster1.xml" Id="R6c451abc1dca4eab" /><Relationship Type="http://schemas.openxmlformats.org/officeDocument/2006/relationships/notesMaster" Target="/ppt/notesMasters/notesMaster1.xml" Id="Ree278233cae6464d" /><Relationship Type="http://schemas.openxmlformats.org/officeDocument/2006/relationships/presProps" Target="/ppt/presProps.xml" Id="R9d89eb4751d14036" /><Relationship Type="http://schemas.openxmlformats.org/officeDocument/2006/relationships/tableStyles" Target="/ppt/tableStyles.xml" Id="Rfa8dd32816e44b46" /><Relationship Type="http://schemas.openxmlformats.org/officeDocument/2006/relationships/slide" Target="/ppt/slides/slide1.xml" Id="R6a31aef3d7054d83" /><Relationship Type="http://schemas.openxmlformats.org/officeDocument/2006/relationships/slide" Target="/ppt/slides/slide2.xml" Id="Rdd3b051342814fd9" /><Relationship Type="http://schemas.openxmlformats.org/officeDocument/2006/relationships/slide" Target="/ppt/slides/slide3.xml" Id="R1ae2de808486460d" /><Relationship Type="http://schemas.openxmlformats.org/officeDocument/2006/relationships/slide" Target="/ppt/slides/slide4.xml" Id="Rb1fee8e20e6043de" /><Relationship Type="http://schemas.openxmlformats.org/officeDocument/2006/relationships/slide" Target="/ppt/slides/slide5.xml" Id="Rb78c8f25ace44f09" /><Relationship Type="http://schemas.openxmlformats.org/officeDocument/2006/relationships/slide" Target="/ppt/slides/slide6.xml" Id="R6e56fffe02da417e" /><Relationship Type="http://schemas.openxmlformats.org/officeDocument/2006/relationships/slide" Target="/ppt/slides/slide7.xml" Id="Rd954b42208f7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b3deb0a2f1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ca47e6da14a0b" /><Relationship Type="http://schemas.openxmlformats.org/officeDocument/2006/relationships/notesMaster" Target="/ppt/notesMasters/notesMaster1.xml" Id="R3dd18be3793049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b62324d464025" /><Relationship Type="http://schemas.openxmlformats.org/officeDocument/2006/relationships/notesMaster" Target="/ppt/notesMasters/notesMaster1.xml" Id="Rfbfb603d1c75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c73376f664222" /><Relationship Type="http://schemas.openxmlformats.org/officeDocument/2006/relationships/notesMaster" Target="/ppt/notesMasters/notesMaster1.xml" Id="Rcabcfd2e8f9c47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b40f1023744602" /><Relationship Type="http://schemas.openxmlformats.org/officeDocument/2006/relationships/notesMaster" Target="/ppt/notesMasters/notesMaster1.xml" Id="R039e9cfce8c8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c3570c3c243ad" /><Relationship Type="http://schemas.openxmlformats.org/officeDocument/2006/relationships/notesMaster" Target="/ppt/notesMasters/notesMaster1.xml" Id="Rfb6b61825ca543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8e0410eb4b4059" /><Relationship Type="http://schemas.openxmlformats.org/officeDocument/2006/relationships/notesMaster" Target="/ppt/notesMasters/notesMaster1.xml" Id="R29fe11c6837042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4706f3a21742de" /><Relationship Type="http://schemas.openxmlformats.org/officeDocument/2006/relationships/notesMaster" Target="/ppt/notesMasters/notesMaster1.xml" Id="R513b71180880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本页依据本轮冻结候选审计和项目内证据。冻结文件 SHA256：4B8FFE9E881D0A0743921B78B9C0E0EBFB1D2D645C5AA9737948B2B088ED7B34。此报告不声称已验证当前 WeatherMan 或 DSSAT runtime。任务说明要求本轮默认不得生成 CNYC.CLI，除非官方流程已无不确定参数可直接运行。来源：仓库文件 results/yc_weather_gapfill_finalize/yc_wgen_fitting_weather_2004_2013.csv；项目任务 prompt_02/003_06_03_confirm_cli_generation_path.md。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路线顺序取自任务阶段门槛：先确认官方生成路径，再生成 CLI、QC、WGEN pilot、DSSAT smoke，最后才讨论正式 PPO。禁止使用 2014–2023 validation weather 进行任何参数估计。当前 YC safe-render 参数和输入由 src/ppo_safe_rendering.py 静态审计得出。没有运行模拟。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样本：benchmark_results/027_07_site_specific_stage_maskable_ppo/LC/readiness/baseline_runs/dssat_auto/input/CNLC.CLI（简化，9 行）；benchmark_results/028_05_sy_crossyear_frozen_ppo_daily/2012/seed0/snapshot/CNSY.CLI（含 WGEN 与 QC 区段）。均仅用于格式结构，不复制参数。字段细节、单位、时间尺度和证据限制记录于 results/yc_wgen_cli_pilot/003_06_03/cli_field_structure.json。官方旧版指南：DSSAT User's Guide Vol. 3, https://dssat.net/wp-content/uploads/2011/10/DSSAT-vol3.pdf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位置和站点 ID 来自训练期 CNYC0401.WTH 至 CNYC1301.WTH 的头部。示例 FileX CNYC0801.MZX 的 WSTA=CNYC0801。公开 4.8.5 SECLI.for 依据 FILEW(5:12) 推导 CLI basename；该静态证据未覆盖本机 DSSAT 4.8.0.024 lookup。官方旧 WeatherMan guide 的新站点表列出 latitude、longitude、elevation、Angstrom A/B、REFHT、WNDHT、TAV、AMP、START、DURN；当前 active版本要求未知。参考：https://github.com/DSSAT/dssat-csm-os/blob/develop/InputModule/SECLI.for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WeatherMan 官方 Tools 页面说明其天气导入/分析/导出能力：https://dssat.net/tools/ 。DSSAT User's Guide Vol. 3 描述以用户定义格式导入 daily weather、存入 station archive、选期计算 WGEN 参数并写入 CLI；此指南版本较旧，不能视为 active 4.8.x 导入规则。Vol. 1 对用户定义的导入格式另有说明：https://dssat.net/wp-content/uploads/2011/10/DSSAT-vol1.pdf 。未找到本仓库内官方替代 CLI estimator；本轮不实现 Python fitting。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references/dssat_pdi.py 显示 auxiliary_file_paths 复制机制、临时工作目录、random_weather 到 W 与 rseed1 的参数映射。src/ppo_safe_rendering.py 当前 YC 路径用 random_weather=False，且没有 CLI 参数。公开 DSSAT 4.8.5 SECLI.for 静态推导 basename；当前 active runtime 未确认。来源：https://github.com/DSSAT/dssat-csm-os/blob/develop/InputModule/SECLI.for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阻塞项对应机器可读状态 results/yc_wgen_cli_pilot/003_06_03/cli_generation_readiness.json。本轮决策为 BLOCKED_BY_WEATHERMAN_ACCESS，附加 BLOCKED_BY_UNKNOWN_IMPORT_FORMAT、BLOCKED_BY_UNKNOWN_CLI_FORMAT、BLOCKED_BY_UNKNOWN_STATION_METADATA。用户下一步提供项目内 WeatherMan About/version、站点编辑字段要求、Import/Export format/help 证据后，重新核导入合同；本轮无 CLI、WGEN、DSSAT 或 PPO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0a2810c4642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0e9d8d98e4b64" /><Relationship Type="http://schemas.openxmlformats.org/officeDocument/2006/relationships/slideLayout" Target="/ppt/slideLayouts/slideLayout1.xml" Id="Rb4e70a25b48a49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70a25b48a49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e50d0c4114ff4" /><Relationship Type="http://schemas.openxmlformats.org/officeDocument/2006/relationships/notesSlide" Target="/ppt/notesSlides/notesSlide1.xml" Id="R757a1562b6c9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7b50575344477" /><Relationship Type="http://schemas.openxmlformats.org/officeDocument/2006/relationships/notesSlide" Target="/ppt/notesSlides/notesSlide2.xml" Id="Rc9c7610c3766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e4c6b58a4148" /><Relationship Type="http://schemas.openxmlformats.org/officeDocument/2006/relationships/notesSlide" Target="/ppt/notesSlides/notesSlide3.xml" Id="R98dfdf803452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fea387ca445af" /><Relationship Type="http://schemas.openxmlformats.org/officeDocument/2006/relationships/notesSlide" Target="/ppt/notesSlides/notesSlide4.xml" Id="R1b24cd8a7e97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f08e6407d4e29" /><Relationship Type="http://schemas.openxmlformats.org/officeDocument/2006/relationships/notesSlide" Target="/ppt/notesSlides/notesSlide5.xml" Id="Rae240883162b4b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1b35fc6e4614" /><Relationship Type="http://schemas.openxmlformats.org/officeDocument/2006/relationships/notesSlide" Target="/ppt/notesSlides/notesSlide6.xml" Id="R5af9e84d043142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b4bffa6ca4582" /><Relationship Type="http://schemas.openxmlformats.org/officeDocument/2006/relationships/notesSlide" Target="/ppt/notesSlides/notesSlide7.xml" Id="R5bb04b2fa1e1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BC4C6-5FDE-41A4-A19A-03279B4E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4AED0-886A-477C-BDFE-3552EC2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WEATHER GENERATION · 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0EEB7-5F95-4CC0-A29A-7E16087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YC CNYC.CLI 生成路径确认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6E2D5-D704-4E4B-8602-7BE9FF62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5A4FD-5FD3-496D-8F33-D4EA201C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C5D0E-037F-406F-8C02-77206D70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C3509-AC9D-4198-840A-90800BE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当前结论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AB849-90B3-4B19-8947-C4323080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本轮不生成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77217-7445-4B3D-A792-EF1AD83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BLOCKED_BY_WEATHERMAN_ACCESS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C06C4-6CDE-4A36-8F4D-976357E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653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并列阻塞：导入格式、4.8.x 严格字段、完整站点元数据尚未核实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9DCA0-CA04-4B1D-9A38-2870F8B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000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C16C4-D89D-45F6-AE4D-A3E3262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冻结拟合输入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2D712-A690-417C-ABF3-E94B7DD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2004-01-01  →  2013-12-31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65C2C-2B1F-40DF-9DA6-639EBB6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3653 日 · 仅训练天气 · SHA256 已核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F4735-363F-4819-9DE1-0CA0E933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4B8FFE9E…088ED7B34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9FB0E-AD48-494D-BD6D-7ED64C57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775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93310-78C5-4796-B152-F3D0D0BA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路径已确认到“官方工具计算参数”这一步；运行入口和输入合同仍需补证。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74CB4-A7C3-4AAF-B903-A70CD7A1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不拟合参数 · 不拼接 CLI · 不启动 WGEN / DSSAT / PPO</a:t>
            </a:r>
          </a:p>
        </p:txBody>
      </p:sp>
    </p:spTree>
    <p:extLst>
      <p:ext uri="{BB962C8B-B14F-4D97-AF65-F5344CB8AC3E}">
        <p14:creationId xmlns:p14="http://schemas.microsoft.com/office/powerpoint/2010/main" val="1038245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6F3C3-CED6-4372-924B-A7DFC2B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840DE-A5C7-45F3-AAB5-3BA6D75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SCOPE AND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9C9BC-21B7-4D9D-AE27-E67E8C3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这轮只解决拟合入口，不启动随机天气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CF7BA-CD1A-493A-BF81-7F99374A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4E65C-C07C-46AE-A07C-6B896AEC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5C8B9-B509-445D-A092-DFDCE573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7EF41-82F6-4615-8E1A-969D978A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764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9F8D7-FDDF-4DB3-9525-BCC5DC8A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76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0AB57-0AAC-4E44-A32E-0C7F843F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48E8F-06FA-4801-B3B6-76B82A8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冻结候选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7087F-5BBB-49DB-9759-538EBBB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2004–2013</a:t>
            </a:r>
          </a:p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3653 daily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13AD7-C2B8-46B9-8F07-FEDA7572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6E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473F3-AF26-4B14-A96A-45C5CBBE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479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A7B69-8344-461B-91A9-1CD38A1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0764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DC162-DE05-4592-8418-5E02002A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076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2C37F-E361-419D-9824-2EFF04E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09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5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A5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A665A-9C06-45F4-A52F-C9B63A6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90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官方导入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BF5C6-CC44-496C-840D-C609ADA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765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WeatherMan</a:t>
            </a:r>
          </a:p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格式合同待核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D1623-E5C2-4382-93FD-57BA2BBA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6E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9545D-1ABD-444A-A882-93C246D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479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89344-37C8-4599-801B-D1B4F36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0764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3228F-B16D-403B-9A1E-D626249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076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2D11B-42C0-4593-8AC3-17595D5C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408AE-0584-4448-ABF6-0353B4D1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计算并导出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EB06E-9A3B-41E7-91D9-242CD24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WGEN statistics</a:t>
            </a:r>
          </a:p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写入 CNYC.CLI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4A78B-FE5E-4308-A7F4-B4C90A2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6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B5BB6-C4D1-4F69-B2DD-CB4DF40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479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0AB3E-7C4B-4103-B265-DC5A93A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52625"/>
            <a:ext cx="20764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9E9E5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D14FA-EAA7-45EE-A5A9-F5786214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52625"/>
            <a:ext cx="2076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B8B93-A3AA-42FC-9A0D-B7AB7A1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09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49DA4-E598-43F2-A87E-9460AAA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90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后续验证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93CBE-D154-42D2-AD2B-7EA15C7E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765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23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CLI QC → seed pilot</a:t>
            </a:r>
          </a:p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→ gated DSSAT smoke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39471-75DC-4F1E-8FE7-3029161D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9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DB5FF0-6C0E-4061-A8D0-192C1BD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隔离线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79775-4CF0-4C01-B68F-D22148FA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38650"/>
            <a:ext cx="899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验证天气 2014–2023 不参与拟合、偏差订正或站点气候统计。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34AE6-7695-4A71-A1BA-0FB776B6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67275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当前 YC safe-render 仍为 random_weather=False；正式 PPO 与其他站点保持不动。</a:t>
            </a:r>
          </a:p>
        </p:txBody>
      </p:sp>
    </p:spTree>
    <p:extLst>
      <p:ext uri="{BB962C8B-B14F-4D97-AF65-F5344CB8AC3E}">
        <p14:creationId xmlns:p14="http://schemas.microsoft.com/office/powerpoint/2010/main" val="1708722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BD6E4-DBF1-42F5-851C-3E5913D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65F9-4753-46A8-9A64-0F45B0B5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OBSERVED FORMAT VERSUS ACTIVE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866D0-A330-4289-BF2B-DC944CC5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项目证据显示：CLI 是分区文本，精确 schema 仍未锁定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7F073-A4B4-421D-8BFB-70177D1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160C8-209C-4170-9FA9-814D40D6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4DF84-B9FA-43F4-9024-A6249250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108966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5000625"/>
                <a:gridCol w="4086225"/>
              </a:tblGrid>
              <a:tr h="67056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区段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旧官方指南列出的字段组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本轮可确认到什么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</a:tr>
              <a:tr h="67056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Climate / station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LAT · LONG · ELEV · TAV · AMP · SRAY · TMXY / TMNY · START / DURN 等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结构有旧指南依据；active 4.8.x 必填集合未知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  <a:tr h="67056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Monthly averages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MTH · SAMN / XAMN / NAMN · RTOT / RNUM · SHMN · AMTH / BMTH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当前 CNLC 样本只有简化字段；不可当完整 WGEN 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WGEN parameters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MTH · SDMN / SDSD · SWMN / SWSD · XDMN / XDSD · XWMN / XWSD · ALPHA · PDW 等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旧指南说明 WGEN 需要该区段；未做 4.8.x parser 测试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  <a:tr h="67056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QC / counts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MIN / MAX / RATE；TOTAL / VALID / MISSING / ERROR / ABOVE / BELOW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CNSY 样本含对应区段；样本来源版本未核实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358B-C564-4918-AD68-D7C212BE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只借鉴结构，不借用任何其他站点的气候参数；字段单位、月尺度定义逐项见 JSON 证据表。</a:t>
            </a:r>
          </a:p>
        </p:txBody>
      </p:sp>
    </p:spTree>
    <p:extLst>
      <p:ext uri="{BB962C8B-B14F-4D97-AF65-F5344CB8AC3E}">
        <p14:creationId xmlns:p14="http://schemas.microsoft.com/office/powerpoint/2010/main" val="738987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DB391-701D-4AB3-916C-43F969B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484B6-4E8F-4084-A803-D2D1143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STATION IDENTITY AND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FCD72-9D46-4DF2-8E61-CBC75407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YC 核心位置一致，但 WeatherMan 建站元数据不完整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EBB2-682C-4592-AE71-41E307F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0AC71-E457-498F-9180-50337964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CFE39-0AA1-4D75-A13F-1B3A3F3A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8515350"/>
              </a:tblGrid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核对项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仓库证据 / 当前状态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</a:tr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站点标签 / DSSAT ID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YC / CNYC（2004–2013 十个 WTH 头部一致）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36.830°N · 116.570°E · 22 m（十年 WTH 一致）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FileX WSTA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示例 CNYC0801；与年度 WTH 命名中的 CNYC 前缀一致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CLI basename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公开 4.8.5 SECLI.for 静态推导：W 模式以 WSTA 前 4 字符导出 / 查找 CNYC.CLI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未知 / 不可直接沿用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Angstrom A/B、growing-season start/duration 缺失；REFHT/WNDHT=-99；TAV/AMP 参考期未知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C6F1-A6D4-43CE-9EB6-9C0431C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08966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73A7E-ACA0-43C1-98B6-26E69C32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CN / YC 的字符语义未定义；当前静态命名推导不等于 active runtime lookup 已通过。</a:t>
            </a:r>
          </a:p>
        </p:txBody>
      </p:sp>
    </p:spTree>
    <p:extLst>
      <p:ext uri="{BB962C8B-B14F-4D97-AF65-F5344CB8AC3E}">
        <p14:creationId xmlns:p14="http://schemas.microsoft.com/office/powerpoint/2010/main" val="7938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8A368-0035-43FD-A31F-23703C7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3D179-A9D1-4E49-814A-92C97F72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OFFICIAL GENERATION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34414-F273-4F14-B65C-E04955E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优先路线是 WeatherMan，但 CSV 与版本合同未验证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9B9EF-168C-4ADE-8BDB-3286648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2C924-EB94-4746-83FB-C1F8EC09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AB50E-928C-4A57-97DF-B336EB6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D4946-A50E-4210-8EA7-C36CAFA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669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00EB1-BE42-48BF-9E98-053F8FA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32E44-6329-4D03-8D08-A01F513A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导入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A96AB-E1ED-4ABA-86DD-1CE8CC2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daily weather</a:t>
            </a:r>
          </a:p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用户定义列 / 日期 / 单位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43FE9-F2EF-4A2B-A6D4-D0334C2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62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A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A5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9EA24-DF63-4A9F-9BE4-F3CBFB6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52600"/>
            <a:ext cx="18669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00E23-19E2-4073-9A1D-F719742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23C95-B483-4A41-B284-26D66CE2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669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E5F76-8153-4C33-B226-FAA8FF84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860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WeatherMan station</a:t>
            </a:r>
          </a:p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archive (.WTD)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A2440-C5CD-41C9-B077-3F58A60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A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A5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BDAB4-1400-45B2-9585-E9F5FF18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52600"/>
            <a:ext cx="18669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EE395-AFDE-4AB1-82AA-1B331D6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57C8D-3524-4BCB-893E-20BB926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限定窗口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28396-F17E-4EA4-842E-230F725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仅 2004/001–</a:t>
            </a:r>
          </a:p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2013/365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A93FB-592C-4BDF-97AA-B57EF7F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62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A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A5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F02CB-0BC5-436C-BCA1-6331662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52600"/>
            <a:ext cx="18669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96CED-2172-41F3-A89A-7F04FB50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32E30-6FB2-407A-AD2A-CC79674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669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B3A03-34BF-4F7B-A742-660952D2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860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Calculate WGEN</a:t>
            </a:r>
          </a:p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CCEA7-B5AC-4FA2-99E9-D4118B6A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A5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A5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3EDB7-40E6-49C1-8FFD-5F98728F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8669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0A6C3-2119-431F-B6F5-DB6DD46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2A732-A59F-4E28-9AC6-8D6283D8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导出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648F7-49A5-44A5-A47D-3A8ABD4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新建 CNYC.CLI</a:t>
            </a:r>
          </a:p>
          <a:p xmlns:a="http://schemas.openxmlformats.org/drawingml/2006/main">
            <a:pPr algn="l">
              <a:defRPr sz="1275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记录版本与 hash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1472F-2298-4865-A3AB-6C7E9A5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7B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7B5B"/>
                </a:solidFill>
                <a:latin typeface="Arial"/>
                <a:ea typeface="Arial"/>
                <a:cs typeface="Arial"/>
              </a:rPr>
              <a:t>已由官方旧指南支持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DFFC52-B6C3-4258-9F2B-D7951F5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WeatherMan：导入 / 分析 / 计算 WGEN / 保存 CLI 的通用菜单流程。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0116C-92E5-47A8-9EAC-F0F55A1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尚待本机版本证据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A89E25-C466-4931-B20D-C965A44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45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About 版本、CSV 逗号与 ISO 日期支持、缺失值合同、batch/CLI 接口、4.8.0↔4.8.5 格式差异。</a:t>
            </a:r>
          </a:p>
        </p:txBody>
      </p:sp>
    </p:spTree>
    <p:extLst>
      <p:ext uri="{BB962C8B-B14F-4D97-AF65-F5344CB8AC3E}">
        <p14:creationId xmlns:p14="http://schemas.microsoft.com/office/powerpoint/2010/main" val="514139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291D4-055F-4CB9-A039-A3F1B8F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D9A39-2F89-478A-AAC5-F4F8197B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RUNTIME HAND-OFF · SOURCE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416EC-0FFD-4B3C-9B9E-9A6E6B38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Gym-DSSAT 可以消费调用方提供的 CLI；当前 YC 尚未启用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FDAE1-FA36-41D4-9417-B34B5E10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83528-1BE3-4010-9F8A-FC1C197D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B780-10DE-4D44-A038-0D72979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CE852-96B8-4409-A1BD-BBD0718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247900" cy="1371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5E8E2-351D-4871-873F-FB8BD22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调用方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C4DE8-2C5A-4CD4-A507-078B0990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auxiliary_file_paths</a:t>
            </a:r>
          </a:p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显式加入 CNYC.CLI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DD799-6515-47DF-8B68-008D0BA4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24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06B7A-5C1C-4DDA-8636-F4F0E5A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90700"/>
            <a:ext cx="2247900" cy="1371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6114-D3A3-4F02-A3A4-A75A6188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9812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Wrapper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ADCEB-8C41-40DD-8499-C8BD86C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9077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按 basename 复制</a:t>
            </a:r>
          </a:p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到临时运行目录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AF028-A3E8-47E7-8702-6B20467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5E9EA-B5CB-4D8C-82C2-404545D6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2247900" cy="1371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025A5-54BE-4FD9-8B00-1D820C1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DSSAT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5FE1-1974-4B90-93E2-B3D59E4B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9077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以临时目录为 cwd</a:t>
            </a:r>
          </a:p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FileX weather mode 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230AD-469E-4ABA-9A41-DF7FC78D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2AE5C-5582-4B73-BBB6-1C54EF39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90700"/>
            <a:ext cx="2152650" cy="1371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5F1EE"/>
          </a:solidFill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CDB66-1596-45AE-B7EF-E13BC827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9812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WGEN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BC146-3987-48B5-BBD9-0779378B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9077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WSTA 前四位</a:t>
            </a:r>
          </a:p>
          <a:p xmlns:a="http://schemas.openxmlformats.org/drawingml/2006/main">
            <a:pPr algn="l">
              <a:defRPr sz="1350" b="0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02D"/>
                </a:solidFill>
                <a:latin typeface="Arial"/>
                <a:ea typeface="Arial"/>
                <a:cs typeface="Arial"/>
              </a:rPr>
              <a:t>静态导出 CNYC.CLI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7EB03-2169-449E-AB34-0ABACA3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E05FC-DBD5-43EA-B741-E53E9D4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当前 YC 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FD668-2DA0-4175-BB29-88FF2C9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random_weather=False · 只传历史 WTH / soil / cultivar · 没有自动附加 CNYC.CLI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B388F-B474-48DD-85C6-443E318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100965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5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47874-1416-456F-87A5-4FF5883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339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确认边界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521D0-883F-4A3A-8319-4A4E685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这只是 wrapper + 公开 DSSAT 4.8.5 源码的静态机制；未验证当前 runtime lookup、路径 fallback 或跨平台读取。</a:t>
            </a:r>
          </a:p>
        </p:txBody>
      </p:sp>
    </p:spTree>
    <p:extLst>
      <p:ext uri="{BB962C8B-B14F-4D97-AF65-F5344CB8AC3E}">
        <p14:creationId xmlns:p14="http://schemas.microsoft.com/office/powerpoint/2010/main" val="1412364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356BF-2A15-4FF0-B3D0-458001F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BF866-D4CC-4166-86F1-6D8C7396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E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E68"/>
                </a:solidFill>
                <a:latin typeface="Arial"/>
                <a:ea typeface="Arial"/>
                <a:cs typeface="Arial"/>
              </a:rPr>
              <a:t>DECISION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7B88-5BFC-4BFA-8E96-76EF7B9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Readiness：先补工具证据，再决定是否转换和生成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09360-8139-489A-BCB3-31C5D05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46E38-0159-4424-8CAD-4F34760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YC 天气增强 · 003_06_03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44165-8746-42E7-8D45-36BA2B4B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66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ED488-7154-458E-893F-795A5F2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966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9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D4F9A-30BB-403E-B86F-31D2FB94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5D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5D4D"/>
                </a:solidFill>
                <a:latin typeface="Arial"/>
                <a:ea typeface="Arial"/>
                <a:cs typeface="Arial"/>
              </a:rPr>
              <a:t>can_generate_cnyc_cli_now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B6A63-B2A0-4400-A118-DF2230E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30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302D"/>
                </a:solidFill>
                <a:latin typeface="Arial"/>
                <a:ea typeface="Arial"/>
                <a:cs typeface="Arial"/>
              </a:rPr>
              <a:t>BLOCKED_BY_WEATHERMAN_ACCESS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47700" y="2647950"/>
          <a:ext xmlns:a="http://schemas.openxmlformats.org/drawingml/2006/main" cx="10896600" cy="1943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658100"/>
              </a:tblGrid>
              <a:tr h="48577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阻塞项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需补齐的证据</a:t>
                      </a:r>
                    </a:p>
                  </a:txBody>
                  <a:tcPr marL="91440" marR="91440" marT="45720" marB="45720" anchor="ctr">
                    <a:solidFill>
                      <a:srgbClr val="174D49"/>
                    </a:solidFill>
                  </a:tcPr>
                </a:tc>
              </a:tr>
              <a:tr h="48577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WeatherMan access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本机 About/version 与生成入口（不探测项目外安装路径）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  <a:tr h="48577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Unknown import format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CSV delimiter / ISO DATE / 列映射 / units / missing-value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74D49"/>
                          </a:solidFill>
                          <a:latin typeface="Arial"/>
                          <a:ea typeface="Arial"/>
                          <a:cs typeface="Arial"/>
                        </a:rPr>
                        <a:t>Unknown CLI + station schema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C302D"/>
                          </a:solidFill>
                          <a:latin typeface="Arial"/>
                          <a:ea typeface="Arial"/>
                          <a:cs typeface="Arial"/>
                        </a:rPr>
                        <a:t>active 4.8.x 字段要求；Angstrom 与生长季等元数据来源</a:t>
                      </a:r>
                    </a:p>
                  </a:txBody>
                  <a:tcPr marL="91440" marR="91440" marT="45720" marB="45720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77425-90A4-458E-9869-4C5A2E2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4D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D49"/>
                </a:solidFill>
                <a:latin typeface="Arial"/>
                <a:ea typeface="Arial"/>
                <a:cs typeface="Arial"/>
              </a:rPr>
              <a:t>下一步：把版本与 Import/Export Help 截图或文本放入项目证据目录；先核合同，再决定无损转换；仅用冻结的 2004–2013 生成并做 hash/QC。</a:t>
            </a:r>
          </a:p>
        </p:txBody>
      </p:sp>
    </p:spTree>
    <p:extLst>
      <p:ext uri="{BB962C8B-B14F-4D97-AF65-F5344CB8AC3E}">
        <p14:creationId xmlns:p14="http://schemas.microsoft.com/office/powerpoint/2010/main" val="4352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2026-09-24T13:46:11.3190000Z</dcterms:created>
  <dcterms:modified xsi:type="dcterms:W3CDTF">2026-09-24T13:46:11.3190000Z</dcterms:modified>
</coreProperties>
</file>