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5784f944154bd2" /><Relationship Type="http://schemas.openxmlformats.org/officeDocument/2006/relationships/extended-properties" Target="/docProps/app.xml" Id="R47cc3e78861a48b8" /><Relationship Type="http://schemas.openxmlformats.org/officeDocument/2006/relationships/officeDocument" Target="/ppt/presentation.xml" Id="R2bee0f7b48474e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ff91ec93f4da0"/>
  </p:sldMasterIdLst>
  <p:notesMasterIdLst>
    <p:notesMasterId xmlns:r="http://schemas.openxmlformats.org/officeDocument/2006/relationships" r:id="Rf09e9bdb5e2d402c"/>
  </p:notesMasterIdLst>
  <p:sldIdLst>
    <p:sldId xmlns:r="http://schemas.openxmlformats.org/officeDocument/2006/relationships" id="256" r:id="Rf0e518320161419b"/>
    <p:sldId xmlns:r="http://schemas.openxmlformats.org/officeDocument/2006/relationships" id="257" r:id="R63768ac6b1ba4e29"/>
    <p:sldId xmlns:r="http://schemas.openxmlformats.org/officeDocument/2006/relationships" id="258" r:id="R0f5e931325b64def"/>
    <p:sldId xmlns:r="http://schemas.openxmlformats.org/officeDocument/2006/relationships" id="259" r:id="Rc053690171a141a0"/>
    <p:sldId xmlns:r="http://schemas.openxmlformats.org/officeDocument/2006/relationships" id="260" r:id="R294d58bcff0e4256"/>
    <p:sldId xmlns:r="http://schemas.openxmlformats.org/officeDocument/2006/relationships" id="261" r:id="Re7070b7faeaa480b"/>
    <p:sldId xmlns:r="http://schemas.openxmlformats.org/officeDocument/2006/relationships" id="262" r:id="R67b51c1848684e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6b12b29cfa42c6" /><Relationship Type="http://schemas.openxmlformats.org/officeDocument/2006/relationships/slideMaster" Target="/ppt/slideMasters/slideMaster1.xml" Id="Rc3bff91ec93f4da0" /><Relationship Type="http://schemas.openxmlformats.org/officeDocument/2006/relationships/notesMaster" Target="/ppt/notesMasters/notesMaster1.xml" Id="Rf09e9bdb5e2d402c" /><Relationship Type="http://schemas.openxmlformats.org/officeDocument/2006/relationships/presProps" Target="/ppt/presProps.xml" Id="R405461ec6aa54b2c" /><Relationship Type="http://schemas.openxmlformats.org/officeDocument/2006/relationships/tableStyles" Target="/ppt/tableStyles.xml" Id="Ra7ad7b5f854b4bf7" /><Relationship Type="http://schemas.openxmlformats.org/officeDocument/2006/relationships/slide" Target="/ppt/slides/slide1.xml" Id="Rf0e518320161419b" /><Relationship Type="http://schemas.openxmlformats.org/officeDocument/2006/relationships/slide" Target="/ppt/slides/slide2.xml" Id="R63768ac6b1ba4e29" /><Relationship Type="http://schemas.openxmlformats.org/officeDocument/2006/relationships/slide" Target="/ppt/slides/slide3.xml" Id="R0f5e931325b64def" /><Relationship Type="http://schemas.openxmlformats.org/officeDocument/2006/relationships/slide" Target="/ppt/slides/slide4.xml" Id="Rc053690171a141a0" /><Relationship Type="http://schemas.openxmlformats.org/officeDocument/2006/relationships/slide" Target="/ppt/slides/slide5.xml" Id="R294d58bcff0e4256" /><Relationship Type="http://schemas.openxmlformats.org/officeDocument/2006/relationships/slide" Target="/ppt/slides/slide6.xml" Id="Re7070b7faeaa480b" /><Relationship Type="http://schemas.openxmlformats.org/officeDocument/2006/relationships/slide" Target="/ppt/slides/slide7.xml" Id="R67b51c184868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11aca7b1a4d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9032cc83d94a71" /><Relationship Type="http://schemas.openxmlformats.org/officeDocument/2006/relationships/notesMaster" Target="/ppt/notesMasters/notesMaster1.xml" Id="R77431358d4c946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92b7e0bddd45f7" /><Relationship Type="http://schemas.openxmlformats.org/officeDocument/2006/relationships/notesMaster" Target="/ppt/notesMasters/notesMaster1.xml" Id="Re343b50430a944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a2e9a6a3042e7" /><Relationship Type="http://schemas.openxmlformats.org/officeDocument/2006/relationships/notesMaster" Target="/ppt/notesMasters/notesMaster1.xml" Id="R156070b4a439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21a3edd0b4da6" /><Relationship Type="http://schemas.openxmlformats.org/officeDocument/2006/relationships/notesMaster" Target="/ppt/notesMasters/notesMaster1.xml" Id="Rdf638f52503444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1223a61eac4aa5" /><Relationship Type="http://schemas.openxmlformats.org/officeDocument/2006/relationships/notesMaster" Target="/ppt/notesMasters/notesMaster1.xml" Id="R5126b38e310641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5630e484ce4189" /><Relationship Type="http://schemas.openxmlformats.org/officeDocument/2006/relationships/notesMaster" Target="/ppt/notesMasters/notesMaster1.xml" Id="Rc686048f829f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05f94304d141e9" /><Relationship Type="http://schemas.openxmlformats.org/officeDocument/2006/relationships/notesMaster" Target="/ppt/notesMasters/notesMaster1.xml" Id="R2d58572a6ec249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数据来源：results/yc_weather_gapfill_finalize/yc_wgen_fitting_weather_2004_2013.csv；项目任务 003_06_04。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说明：候选状态只表示生成与静态 QC 完成，不代表 DSSAT 运行时验证或模型效果。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参考：DSSAT User's Guide Vol. 1, Generate；Soltani &amp; Hoogenboom (2003), doi:10.3354/cr024215；项目冻结输入及本轮静态 QC 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说明：WGEN seed pilot 与 smoke 是后续门槛，本页不表示它们已经执行。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来源：Richardson &amp; Wright (1984), WGEN PAR Appendix D, https://support.goldsim.com/hc/en-us/article_attachments/115026531468；DSSAT User's Guide Vol. 3 Appendix B, https://dssat.net/wp-content/uploads/2011/10/DSSAT-vol3.pdf；DSSAT public source Weather/WGEN.for, https://github.com/DSSAT/dssat-csm-os/blob/develop/Weather/WGEN.for。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说明：将“原始 WGEN 文字定义”和“可执行参数拟合代码”分开记录；本实现按拟合程序 RAIN&gt;0 分组。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来源：Soltani &amp; Hoogenboom (2003), https://doi.org/10.3354/cr024215；Richardson &amp; Wright (1984), WGEN PAR Appendix D, https://support.goldsim.com/hc/en-us/article_attachments/115026531468。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说明：现代自然月处理遵从 DSSAT WeatherMan calendar-month 说明，不等于原始 365 日索引程序逐行照搬。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定义来源：DSSAT User's Guide Vol. 3 WeatherMan Appendix B, https://dssat.net/wp-content/uploads/2011/10/DSSAT-vol3.pdf；START/DURN 定义：DSSAT User's Guide Vol. 2, https://dssat.net/wp-content/uploads/2011/10/DSSAT-vol2.pdf。数值来自冻结 YC train-only 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验证记录：results/yc_wgen_cli_pilot/003_06_04/validation/cli_schema_check.json、parameter_crosscheck.json、test_results.txt。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DSSAT User's Guide Vol. 3 WeatherMan Appendix B 记载 seed 控制用于 WGEN/SIMMETEO；DSSAT v3 User's Guide 对同 seed 从相同开始日得到相同天气序列有说明：https://dssat.net/wp-content/uploads/2011/10/DSSAT-vol3.pdf；https://dssat.net/wp-content/uploads/2011/10/DSSAT-vol1.pdf。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说明：seed pilot 与 smoke 是推荐的下一步验证设计，不是已完成的实验。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3c9c9bfc645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bf8c18e5840d1" /><Relationship Type="http://schemas.openxmlformats.org/officeDocument/2006/relationships/slideLayout" Target="/ppt/slideLayouts/slideLayout1.xml" Id="R55bfa41f074940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bfa41f074940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af011c27744a0" /><Relationship Type="http://schemas.openxmlformats.org/officeDocument/2006/relationships/notesSlide" Target="/ppt/notesSlides/notesSlide1.xml" Id="R68201d35026643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d6b45860e46c0" /><Relationship Type="http://schemas.openxmlformats.org/officeDocument/2006/relationships/notesSlide" Target="/ppt/notesSlides/notesSlide2.xml" Id="R4cb03ac25649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9f9ab77f3465f" /><Relationship Type="http://schemas.openxmlformats.org/officeDocument/2006/relationships/notesSlide" Target="/ppt/notesSlides/notesSlide3.xml" Id="Rb3a458d5f6dc49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10dba04574700" /><Relationship Type="http://schemas.openxmlformats.org/officeDocument/2006/relationships/notesSlide" Target="/ppt/notesSlides/notesSlide4.xml" Id="R17209c5485e940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537d841884c7b" /><Relationship Type="http://schemas.openxmlformats.org/officeDocument/2006/relationships/notesSlide" Target="/ppt/notesSlides/notesSlide5.xml" Id="Re00e9ea8abb64e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62ea96e1b4da4" /><Relationship Type="http://schemas.openxmlformats.org/officeDocument/2006/relationships/notesSlide" Target="/ppt/notesSlides/notesSlide6.xml" Id="Rf8c5bb524f904d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09e5f0dcd402d" /><Relationship Type="http://schemas.openxmlformats.org/officeDocument/2006/relationships/notesSlide" Target="/ppt/notesSlides/notesSlide7.xml" Id="Rd006c126600849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E2FA3-B1A3-4252-B284-BE15173C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4DE45-1FD8-4E52-9A7B-09E55F29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YC CNYC.CLI 候选生成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4B44C-8C21-41F2-928F-F0558E54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DSSAT / WGEN · train-only 参数拟合与静态验证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74F2E-5FBE-433B-B574-F5B94704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ECE37-E39A-436C-9378-41EE124C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2004–2013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AA9CA-7B7F-41AC-B38A-FFA5C82B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3,653 个连续日 · 仅 YC 训练期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BD6E9-29E5-415B-BEDA-6425F31F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7FA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7FA1"/>
                </a:solidFill>
                <a:latin typeface="Arial"/>
                <a:ea typeface="Arial"/>
                <a:cs typeface="Arial"/>
              </a:rPr>
              <a:t>14 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E0ACE-6463-4E30-8036-2C2E84E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14 个必需 WGEN 参数字段，逐月拟合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E4383-0B6E-4556-8C8A-197C9CD4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95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A7829-D95C-4BE2-909E-00A8C81A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38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CANDIDATE 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D8301-0DE4-4ADD-8842-F85B2A58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FOR WGEN SMOKE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274B4-1F72-4422-B70B-0EA928A1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0047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静态检查通过</a:t>
            </a:r>
          </a:p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WGEN / DSSAT / PPO 未运行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C6A32-36DC-4FBD-8D2B-76894FE7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输入 SHA256  4B8FFE9E…B088ED7B34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1B610-B6FC-4242-84B0-E3B13A5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CLI SHA256   5ABF5D7B…838285F0</a:t>
            </a:r>
          </a:p>
        </p:txBody>
      </p:sp>
    </p:spTree>
    <p:extLst>
      <p:ext uri="{BB962C8B-B14F-4D97-AF65-F5344CB8AC3E}">
        <p14:creationId xmlns:p14="http://schemas.microsoft.com/office/powerpoint/2010/main" val="1807254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3E906-70E5-4EE5-AF9B-0E192A7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7CDBC-DC8B-4DDE-B54F-10B91B37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本轮证据链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F0652-74B4-415B-8926-AA33D462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YC WEATHER · 003_06_04 ·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BF539-20DB-43AB-AE9D-92A1F333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F0597-B371-4050-9A10-CD182460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286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E2D8F-F89C-4A9A-AC1E-000AD7E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91C57-D6B3-4895-B6F3-65144B80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冻结输入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DDE1F-6092-415C-8AD5-DB9815F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8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YC daily weather</a:t>
            </a:r>
          </a:p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2004–2013 · 3,653 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327CE-166E-481B-B7C6-1B2A03E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286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6FE23-9DA8-4486-8503-0D27E92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7F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7FA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58342-B404-4215-BF4B-960D5A1A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7FA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7FA1"/>
                </a:solidFill>
                <a:latin typeface="Arial"/>
                <a:ea typeface="Arial"/>
                <a:cs typeface="Arial"/>
              </a:rPr>
              <a:t>统计拟合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61D32-8E84-4CC5-A9A8-CF035AF1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calendar month</a:t>
            </a:r>
          </a:p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14 个 WGEN 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AF754-E343-4154-8104-39349336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286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6280E-9F81-4A06-9574-73D9AAA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8C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8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06DB1-1115-4680-8D52-FE59460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C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8C2B"/>
                </a:solidFill>
                <a:latin typeface="Arial"/>
                <a:ea typeface="Arial"/>
                <a:cs typeface="Arial"/>
              </a:rPr>
              <a:t>生成 CLI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D4813-B5A5-4C6F-A191-4517E2C2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CNYC.CLI</a:t>
            </a:r>
          </a:p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确定性文本输出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5503E-700C-4FCD-9B6A-F542CB3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95500"/>
            <a:ext cx="2286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26107-9F82-4438-B198-F8B7068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C65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65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414E6-3BDA-4F1B-B15D-482776B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670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C65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C654E"/>
                </a:solidFill>
                <a:latin typeface="Arial"/>
                <a:ea typeface="Arial"/>
                <a:cs typeface="Arial"/>
              </a:rPr>
              <a:t>静态 QC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DA679-4DDD-46CC-BB18-33112CF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9087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3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结构 / 数值 / 独立复算</a:t>
            </a:r>
          </a:p>
          <a:p xmlns:a="http://schemas.openxmlformats.org/drawingml/2006/main">
            <a:pPr>
              <a:defRPr sz="150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通过后交给 smoke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45B6D-F235-45A6-9AE5-8ECDBDF8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03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748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EB223-FE4C-4D63-ABCD-0FE5EEA5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748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B07B8-60E1-4FBD-8B59-469A9C0F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748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E9AA4-6BFD-4889-B603-DA7B0BB8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157FE-9AEA-435F-91F2-5C645054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下一阶段：独立 WGEN seed pilot → 运行时 smoke → 再决定是否进入 PPO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33000-0A85-4E15-B909-3BDD2122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本轮未读取 validation weather；未启动 DSSAT 或训练。</a:t>
            </a:r>
          </a:p>
        </p:txBody>
      </p:sp>
    </p:spTree>
    <p:extLst>
      <p:ext uri="{BB962C8B-B14F-4D97-AF65-F5344CB8AC3E}">
        <p14:creationId xmlns:p14="http://schemas.microsoft.com/office/powerpoint/2010/main" val="264853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0008B-6080-49FA-B1D6-0A52FA8C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377BA-92EF-43E7-85CB-B35C0BE9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WGEN 参数定义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C8DC8-EEDC-4B20-BC94-0B992D6D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YC WEATHER · 003_06_04 ·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0F75C-762A-417A-9B56-5054EC4D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8DDDC-2A05-4B1F-91CE-649BFE15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降水发生与雨量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2247E-C187-4885-A21A-D6F113FE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CA46B-AEB3-4C48-84EE-036B632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湿日 = RAIN &gt; 0.0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FA6BF-BFEB-4856-9CFC-9CB14B3A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PDW = N(D→W) / [N(D→D) + N(D→W)]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6B29D-7EDB-4FFE-98AE-A86E7290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ALPHA：正降水日 Gamma 形状参数</a:t>
            </a:r>
          </a:p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β = (RTOT / RNUM) / 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F0DB2-F18F-44A8-A267-12C50E86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月界转移归入当前日所在月；状态跨年连续。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F5780-22F1-484A-8338-0A0A460E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77E22-10D3-4FC3-B904-485225BC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7FA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7FA1"/>
                </a:solidFill>
                <a:latin typeface="Arial"/>
                <a:ea typeface="Arial"/>
                <a:cs typeface="Arial"/>
              </a:rPr>
              <a:t>温度与辐射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DFF9D-75D9-4F20-919A-5EFE6B30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FA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DEC4E-3C9B-4142-8FA5-6FCB021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TMAX、SRAD：湿日 / 干日分别估计</a:t>
            </a:r>
          </a:p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均值 + 样本标准差（n−1）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92F7C-40C3-44F4-A65E-751BD3B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TMIN：湿干日合并，按自然月估计</a:t>
            </a:r>
          </a:p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12 个自然月；闰日归入 2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A7E45-9239-48B1-9FE5-D849CD6F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2BCD5-2C35-4346-BC08-47CE3247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口径差异：手册文字称 0.01 inch；拟合源码实际测试 RAIN&gt;0。YC 有 48 个正值 &lt;0.254 mm。</a:t>
            </a:r>
          </a:p>
        </p:txBody>
      </p:sp>
    </p:spTree>
    <p:extLst>
      <p:ext uri="{BB962C8B-B14F-4D97-AF65-F5344CB8AC3E}">
        <p14:creationId xmlns:p14="http://schemas.microsoft.com/office/powerpoint/2010/main" val="890854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AB90F-70A8-4AE3-B49D-717D12E3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19D4F-E1F9-4BD9-9042-F3A0A8A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生成器实现与日期处理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2DDC5-782B-471E-A659-DB60A36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YC WEATHER · 003_06_04 ·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6A136-5B26-409F-ADB8-422FFAC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490BB-E240-4214-94E9-E3630FC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3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B78DE-7EA9-4E87-BE71-4C518B18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00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F3A08-CE99-40C4-8831-E53E451B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81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输入锁定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CF29F-150D-4CE4-ACF2-B20EFFE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906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SHA256、日期、3653 行、唯一连续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B1789-DD6D-4948-A62E-FA28DD4B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6ABCB-389C-4F84-A4C5-4663E8B3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3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FA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5A4CA-5DA0-4286-A024-FF90BA28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89786-EEEE-43B7-820C-564AAB8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物理检查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FD2C8-85DD-4ABA-94CC-D70072A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有限数值；TMAX ≥ TMIN；RAIN / SRAD ≥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3F78B-4E49-4B0A-93E0-F9D24AF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086C1-6744-4973-B855-6127CD5A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3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C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74F77-9768-491C-901D-ABCF033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862C3-0CC8-4358-B1AD-C7E2E8E1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57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按月拟合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46372-5238-45FE-B68D-E2F257A2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670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含闰日；wet state 跨月和跨年连续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BCA69-B40A-4ACA-A06B-1781BAD6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8B374-6531-4FD8-A312-75731BE7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3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65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43CAE-B4F2-41E0-B27F-0EA0502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17BDF-E9A5-4282-A523-F761FFD1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95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并行复算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980F5-E26A-48D2-8B61-CBCD0895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052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statistics.mean/stdev 与原始组重新计数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3C77C-281A-45D4-A2E8-A58DE810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C8BE9-F187-41B8-8DC7-CB3FDF7C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3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E115C-5375-4308-803B-B2C44DA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6EEBDE-AB2C-4DE9-BA8D-ABE03E87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确定性写出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3E5D1-EBE3-431C-9A20-47E2EE0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434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CLI 不含 timestamp；相同输入得到相同字节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A42E2-3FAD-4474-B5C4-7CCE3C25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原 WGEN PAR 输入索引跳过 Feb 29；DSSAT WeatherMan 适配说明按 calendar month 估计。此处保留闰日并归入 2 月。</a:t>
            </a:r>
          </a:p>
        </p:txBody>
      </p:sp>
    </p:spTree>
    <p:extLst>
      <p:ext uri="{BB962C8B-B14F-4D97-AF65-F5344CB8AC3E}">
        <p14:creationId xmlns:p14="http://schemas.microsoft.com/office/powerpoint/2010/main" val="1491858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17CCD-86BD-43D0-809A-1D65B114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C5ABB-99F2-4B20-B27A-55455343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CNYC train-only 气候摘要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010A-2B58-4577-815E-5CFFF2D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YC WEATHER · 003_06_04 ·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94266-407E-4BDE-A53E-97E98920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562100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2857500"/>
                <a:gridCol w="5810250"/>
              </a:tblGrid>
              <a:tr h="4572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2E6B5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2004–2013</a:t>
                      </a:r>
                    </a:p>
                  </a:txBody>
                  <a:tcPr marL="91440" marR="91440" marT="45720" marB="45720">
                    <a:solidFill>
                      <a:srgbClr val="2E6B5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计算定义</a:t>
                      </a:r>
                    </a:p>
                  </a:txBody>
                  <a:tcPr marL="91440" marR="91440" marT="45720" marB="45720">
                    <a:solidFill>
                      <a:srgbClr val="2E6B53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TAV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13.9 °C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日均温 (TMAX+TMIN)/2 的训练期平均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AMP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14.8 °C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最暖与最冷月平均日均温差的一半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SRAY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13.5 MJ m⁻² d⁻¹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每日 SRAD 的训练期平均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TMXY / TMNY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19.5 / 8.3 °C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每日 TMAX / TMIN 的训练期平均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RAIY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645 mm 年⁻¹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逐年 RAIN 总量的十年平均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站点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CNYC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343A"/>
                          </a:solidFill>
                          <a:latin typeface="Arial"/>
                          <a:ea typeface="Arial"/>
                          <a:cs typeface="Arial"/>
                        </a:rPr>
                        <a:t>36.830°N · 116.570°E · 22 m</a:t>
                      </a:r>
                    </a:p>
                  </a:txBody>
                  <a:tcPr marL="91440" marR="91440" marT="45720" marB="45720">
                    <a:solidFill>
                      <a:srgbClr val="EDF1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18B1D-8A14-47E3-ABD4-0F8EBCD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CNYC.CLI SHA256  5ABF5D7BB97EFAAE5E8361ABB4C773E1554B58116CBCA2213E75DCFF838285F0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6FB8-C4CF-44FF-ACBE-25D9F475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所有摘要量仅由冻结 2004–2013 输入重算；未沿用旧 TAV / AMP。</a:t>
            </a:r>
          </a:p>
        </p:txBody>
      </p:sp>
    </p:spTree>
    <p:extLst>
      <p:ext uri="{BB962C8B-B14F-4D97-AF65-F5344CB8AC3E}">
        <p14:creationId xmlns:p14="http://schemas.microsoft.com/office/powerpoint/2010/main" val="200317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4750E-74B8-469F-BAEB-37997556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C403D-CEFD-430E-80A4-C2D20AC0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静态 QC 与独立核对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B91D6-53B6-4376-81D5-E7CD4FE4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YC WEATHER · 003_06_04 ·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8D39D-ADC8-4A3D-A77C-B295AF49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F2246-E37B-4AB5-9D2A-6B0A662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DA473-5AEC-41C3-893C-069466B2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4444B-B629-41D8-9B51-6028147D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单元测试通过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00A93-2CBF-4159-8B38-E14FDB1A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E05AE-20D8-42C2-AF49-9816DA5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24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7FA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7FA1"/>
                </a:solidFill>
                <a:latin typeface="Arial"/>
                <a:ea typeface="Arial"/>
                <a:cs typeface="Arial"/>
              </a:rPr>
              <a:t>180 / 180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DA10A-E92E-47FF-8B0A-5D50F0CD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参数独立复算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76720-61FD-45B6-8815-99020DA6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34DF7-00AA-4CA3-8883-8FAB716A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8C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8C2B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EBA35-114D-46AC-9FB3-09E8F63F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CLI 区段完整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42641-A18D-4B92-AECF-05C1A94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526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80368-D4AE-4BC3-ABE9-DBD59FF8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24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C654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C654E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47FA7-8632-4B15-8B87-7B586A2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月度行完整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F579F-287F-4BAA-92E5-9792E34B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输入哈希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A42C6-2D96-40A3-AB27-E934C5F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4B8FFE9E…B088ED7B34 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B3682-36CF-43A0-8024-DD85D9AF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Validation weather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D35D7-61E4-4DFD-9606-5F28B4CA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未读取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B476F-F816-4931-BC9C-F127E326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NaN / Inf / malformed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6ED68-7DF1-4B73-AE0B-E4C57923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均未发现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94E71-A1A0-482A-A839-A06BA1E2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648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47A8F-6E8F-40D9-A2E1-722F0029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范围阈值与 Above/Below/Rate 未有 YC 来源，均记 -99；不是零异常结论。</a:t>
            </a:r>
          </a:p>
        </p:txBody>
      </p:sp>
    </p:spTree>
    <p:extLst>
      <p:ext uri="{BB962C8B-B14F-4D97-AF65-F5344CB8AC3E}">
        <p14:creationId xmlns:p14="http://schemas.microsoft.com/office/powerpoint/2010/main" val="1014059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97FDF-9EFD-4BA1-975D-A09F7B91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6C95E-39FA-42E4-AD5E-B76E1D63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后续 WGEN seed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A1D99-0D84-44DD-83C9-2982C02C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YC WEATHER · 003_06_04 ·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EB2E0-C4C8-4731-B626-63B05BD4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CBDD1-DC39-45F4-A7EA-B93F710B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6B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6B53"/>
                </a:solidFill>
                <a:latin typeface="Arial"/>
                <a:ea typeface="Arial"/>
                <a:cs typeface="Arial"/>
              </a:rPr>
              <a:t>本轮已完成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AD3FD-A3E7-4DFA-9CFF-1834890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CNYC.CLI candidate</a:t>
            </a:r>
          </a:p>
          <a:p xmlns:a="http://schemas.openxmlformats.org/drawingml/2006/main">
            <a:pPr>
              <a:defRPr sz="17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冻结输入核验</a:t>
            </a:r>
          </a:p>
          <a:p xmlns:a="http://schemas.openxmlformats.org/drawingml/2006/main">
            <a:pPr>
              <a:defRPr sz="172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静态 schema + 参数复算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FFCCE-65A6-4A9D-ACAD-182A907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430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0F5A7-EEE8-4935-A21F-8C826F2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7FA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7FA1"/>
                </a:solidFill>
                <a:latin typeface="Arial"/>
                <a:ea typeface="Arial"/>
                <a:cs typeface="Arial"/>
              </a:rPr>
              <a:t>下一关验证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8FC20-CBA8-4B71-95E6-56EA9E05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random_weather=True</a:t>
            </a:r>
          </a:p>
          <a:p xmlns:a="http://schemas.openxmlformats.org/drawingml/2006/main">
            <a:pPr>
              <a:defRPr sz="165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weather_seed = 101, 102, 103, 104, 105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64D0D-51FD-472C-97BB-BA8997D9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同一 seed → 天气逐日完全一致</a:t>
            </a:r>
          </a:p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不同 seed → 生成天气确有差异</a:t>
            </a:r>
          </a:p>
          <a:p xmlns:a="http://schemas.openxmlformats.org/drawingml/2006/main">
            <a:pPr>
              <a:defRPr sz="1575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通过后再运行一次 DSSAT 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A38A5-7DD1-417F-B25A-6D166AA9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10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C2425-30AE-4944-816D-4CADED4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8C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8C2B"/>
                </a:solidFill>
                <a:latin typeface="Arial"/>
                <a:ea typeface="Arial"/>
                <a:cs typeface="Arial"/>
              </a:rPr>
              <a:t>候选中的 -99 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57297-4CE7-439D-B9C3-A982E316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43A"/>
                </a:solidFill>
                <a:latin typeface="Arial"/>
                <a:ea typeface="Arial"/>
                <a:cs typeface="Arial"/>
              </a:rPr>
              <a:t>Angstrom / sunshine、仪器高度、生长季及站点范围 QC；不属于本轮必需 WGEN 拟合量。smoke 时确认运行时是否接受。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0E5E6-E4D0-430B-8E10-C221C9E9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43A"/>
                </a:solidFill>
                <a:latin typeface="Arial"/>
                <a:ea typeface="Arial"/>
                <a:cs typeface="Arial"/>
              </a:rPr>
              <a:t>本轮没有运行 WGEN、DSSAT 或 PPO；是否开展 PPO 需等待 smoke 证据。</a:t>
            </a:r>
          </a:p>
        </p:txBody>
      </p:sp>
    </p:spTree>
    <p:extLst>
      <p:ext uri="{BB962C8B-B14F-4D97-AF65-F5344CB8AC3E}">
        <p14:creationId xmlns:p14="http://schemas.microsoft.com/office/powerpoint/2010/main" val="1314576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2026-09-24T14:59:09.8430000Z</dcterms:created>
  <dcterms:modified xsi:type="dcterms:W3CDTF">2026-09-24T14:59:09.8440000Z</dcterms:modified>
</coreProperties>
</file>