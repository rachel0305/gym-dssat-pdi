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3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A303E-F293-1409-8101-EA30ECDBE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A5BEE0-1D7D-4F70-33E9-84851C225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73FBB6-F32D-0A3C-E854-080744FBE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933056-96FA-FA13-D6F3-7C95A38F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676761-6466-1675-8C83-FAB84921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42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BEFEB-8B91-CD3E-4860-4689B2C7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CFB6E-E105-0F49-6ED8-4C2AB2C83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C5D830-6D79-C841-6174-C5E83E08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21E530-D789-59D0-8C96-82A8822D7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B5476-FA95-E6E4-837E-FF91F573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746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827A4-EA7D-4391-B5B5-D68737448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BB5887-EA9A-0FE1-9DB3-0EEBF0289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AC76EE-CB6D-5F8C-3FAB-7AFD2166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73C95-697F-D5FA-ECD7-F25FAEC6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1154D-8B77-8974-7E91-68E57F91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47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BF3E5-0799-69D1-2C7C-43FD9833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DD8D2-0B7D-54EA-B1F7-D0F0CC4F7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EA65CB-621F-F693-8B76-45C4EF6C0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62A664-A710-06B8-A1C6-7DB9199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7E80F-2B2F-2B70-E182-C4F90221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D43C28-2402-3C97-8B9B-4F25BAFA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438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37139-0073-1228-C2B5-4F702898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26AD99-BCB0-E144-2D0D-D9310F7EA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91D850-88E5-FB0D-E38C-95287AE52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8688BB-4F9C-26BB-28C6-69C452AFE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13EAE3-44C2-27DF-FFD2-DB278424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E58E92A-186C-B209-B0ED-80DE1AE19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C92F3D-E188-BEB2-4843-DC8B0F75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FDB222-A991-F2DF-79F4-15323852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86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0E2C0-D455-08B2-967F-C369AF4A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8DCBC2-9FB7-E087-C773-678D8A15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12EDDF-046D-9A52-5909-3E8368AC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4203A0-B1B4-44A8-A6C7-A24AB533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41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8A8EEC-48D9-5A51-BC01-90631FDF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C7154A-0D6D-74EF-6F8F-BAF0764C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05BB7E-F0A7-6D4D-E490-FAE686AD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48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C356A-073D-7F63-24A9-7EA5E1ED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3238EF-1170-ACC0-20BE-2217C4C37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296A82-0C56-C441-7456-695237355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116325-649C-90C0-FA12-58A2A0D7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245DCC-8CE3-BA66-EA0E-3EC079C8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BBB313-907F-C892-8A82-0460A8B9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226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4DB8F-919C-E388-39D3-664791CE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3F70BA-2663-F9FC-1358-19F0ECE38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D611C6-3521-5759-4C84-75BE1DD5F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F01E0A-4AC2-A560-0819-16D8FF1B2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325EC9-03CF-A0C4-D4E6-522CC770E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7A777F-32AA-B0E9-2232-BAC2D36C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685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BBCC-A7A9-32F2-A743-C4236BB8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B9B2CE-8A0B-EFFA-BE5C-18F21FFD1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804A0-B8AC-C2FC-C0A9-08F5E48F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15F117-24AC-4142-DC56-8AF3CB60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E1709E-3AAD-984F-7210-3FEC247A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77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4AC69D-77CF-8851-9D6E-674DB01CF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F1971E-7B2E-8DE6-A00D-C9B1C100E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AB41A-8362-3312-8AEF-7A457C769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CC8F86-E275-1A58-2078-006E118D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5DAB08-EC1A-3746-8C90-F50E5C4F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55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360C0B-CC65-6372-695D-F2FF290F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680B19-CC97-8B79-7D14-817490605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9BCA1F-271F-75EE-EE55-6CEBD1D42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9CC93-56AA-45A3-A24B-6CD438F6A9A6}" type="datetimeFigureOut">
              <a:rPr lang="zh-CN" altLang="en-US" smtClean="0"/>
              <a:t>05/31/2026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240F6A-CB0D-AF73-626B-9506CBAC1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1BA63C-75B0-470C-BC6F-4004EDD6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61725-3D2E-4AA4-B28A-62846FA54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05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172A61-0A02-5B56-BB29-0A64DAA72769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coef0.5_pen0.1  (coef=0.5, penality=0.1)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4764D6-363F-525D-275F-D1AAD37ECB75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5AA4E2-5030-A5C1-8E60-A5CA7922C9DE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3EC569-96AE-23EA-0EC2-0DC5439FC8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39A152B-379D-A2E6-9FFB-59C6E8D44A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69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FE3B98-8721-A3F2-BD07-29CD85B4C83E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coef0.5_pen0.25  (coef=0.5, penality=0.25)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9F731F-49D7-FDFC-C016-D9C35B8AE15F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9033CD-4BB3-715C-3056-7E4B76CDCB7F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9B91C8-8B2B-3496-BA65-F2232C5473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D655CDA-5AF0-286C-3075-493D7748163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7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F3DBF3-4462-3057-3A68-31384EB6D8FC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coef0.5_pen0.5  (coef=0.5, penality=0.5)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801307-5CEA-F92B-28FE-0569ABCBA80F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8413B6-136A-EC50-F7D1-B1DE42816B14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450BED-7F62-C67E-EAE1-DE10D077672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2F2E25B-8C48-B13E-8986-6CFA27BD1D3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7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C05993-1884-77C6-242D-C77C9393B49E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coef0.5_pen0.75  (coef=0.5, penality=0.75)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E8CDBB-17BA-305E-BCCD-2E6161FDEB17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F0F042-DCB3-CA85-47BD-9164B55814E5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82AFA9-28BA-3236-FFA9-AE5D2F669FB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4E1E911-5343-569B-F201-9799DCC59AA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F36AF9-6DE4-60A1-08D9-92DC30283E58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coef0.5_pen1  (coef=0.5, penality=1)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F814E2-4A57-C040-9C95-6D257700B39B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C78B50-660A-1FB0-73D0-0D1D86B3C0F8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959739-BB6A-4D2F-92B0-297D0FA61C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C526EAF-51EC-9ABF-7D4A-5A2BECF14D1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8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DD05A9-AD80-5D68-9CEE-0F124CC8AEB6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coef1_pen0.1  (coef=1, penality=0.1)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1CC3F0-9295-287E-6ABA-7CE839DD825C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5CB935-119B-F65B-F211-F93CC6CF9B58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0C6C7B9-BD32-130E-298D-4159B75081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86D34F3-15A6-0F6D-871D-FFAC4D003A5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55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1CF377-C545-D914-D3EB-4198ED16A202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coef1_pen0.25  (coef=1, penality=0.25)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A3694D-A0ED-3410-C628-3DD8C84E5586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A80C2F-7BCF-0987-6B9F-CF005A131ED6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8121039-8710-0E33-C96E-F0AFE669E8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AF8D14-D910-5F1A-95C0-1DDEDC1206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7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4FC456F-30E5-923A-54CC-4E9953786A44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coef1_pen0.5  (coef=1, penality=0.5)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24B54A-60E9-DA82-2956-2F471A9CF801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12F239-9085-2B88-E294-D6A42989885A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1BE674-35C5-32A8-5EC3-670709F9CD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5941B0-41E5-81A5-9CFB-CEBFE30937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F8DB024-3513-0E3B-4462-26E9A7B4E979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coef1_pen0.75  (coef=1, penality=0.75)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762256-7504-598F-37C9-13FF1C66D6C7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13CB95-EA3B-3359-5621-24EB65BD1CA6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2F5C9B-9B3E-FEDA-5EB5-5D67BE8E52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1F1EB-FA8F-0AC8-7150-F73A76E84F4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2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F637FFC-124B-757A-1C67-A044AB3443C4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coef1_pen1  (coef=1, penality=1)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CA2677-60EA-CAEE-0CB0-BB896CE27928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622497-C7D0-43DA-727F-65DF005D290F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0DF128-3C3B-CA13-641B-A1BA7A26A3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A53E9A2-E4D4-ACC4-59B0-A3EF7838610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39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F134C0-31F3-04BA-76E5-07365B2ABC04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coef1.5_pen0.1  (coef=1.5, penality=0.1)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6B0F9D-C0A5-8F5F-2299-917E9EFFCBAE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231480-FEFB-B909-ACB9-BD559A144168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FAF681-06AC-D153-28EB-9550FC75EE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96735B-E7C3-2246-09A4-74F4E44B213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6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2B9043-338C-20C4-A391-F3C1255839DD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coef1.5_pen0.25  (coef=1.5, penality=0.25)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DF3158-914F-5C26-3C98-781367EC19A2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CAF1C7-896C-1749-CB51-2FE960114F18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31EB264-107F-49EC-11C2-1FCB26B41B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C75E380-1E00-D8B9-6FE1-DCBE90E3228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8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3E53CE-9E74-9479-E101-699DE6C5387F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coef1.5_pen0.5  (coef=1.5, penality=0.5)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741B24-9EE6-7F2C-24E2-DFE9D02B9C1C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C81DCB-4401-1FD9-7A03-A64CBEE47CDE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52CF2D-512B-6008-3B65-C32C48EA2A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2AA5061-EA5E-D179-4614-8DB207F571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52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E35806-034F-B764-7CB0-F5E9B6B41B82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coef1.5_pen0.75  (coef=1.5, penality=0.75)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F9D3DF-3DED-9028-FF1A-DB096437C0AB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284140-2E1B-BA12-A983-B3BCA54A41B3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EAAD4F-A6BA-DAE7-803F-FF202F5232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9D87690-AFA0-9F68-752C-CB8BEDBFF77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61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7444E0-2F21-5BB5-E694-28BD3E796879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coef1.5_pen1  (coef=1.5, penality=1)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418417-AAE4-5A15-605E-B80EF58FCFF3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428F4B-E56E-EAEC-1DE4-9892ECD7E34E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40C93A-98ED-0755-7497-16B783E0ED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3744C2C-81A1-98CE-53B1-D222F60203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87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0E8AD4-F684-472D-0EB8-35EC003A54D8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coef2_pen0.1  (coef=2, penality=0.1)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B5B97B-CB3A-B3BF-8C94-983AB72EDA6B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BFF805-969A-1149-B200-ECF2E5475AD6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F9EB05-2307-CB52-23C1-8B80E909D9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2D9A606-B03C-0F9A-0C65-1D32B1B936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05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08E9C7-6AD7-463F-26F6-318823712C06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coef2_pen0.25  (coef=2, penality=0.25)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9E466E-CB71-6E1A-DB3A-18E59F10CCE0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815E97-FDB5-31E6-9C01-576DE3A0688D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E46556-7797-8542-3A40-E840CE052C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1819C3-589E-9AB5-E2EA-3B1AEB3193B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8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E8D5CF-2189-15B3-A3A9-A1FBD5178426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coef2_pen0.5  (coef=2, penality=0.5)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7E946E-F54A-79F1-5CF6-7A3FDCF32160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3BB2D9-A5F2-BDAB-562B-17364866AA86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39DF18C-244D-F740-9B10-45DCDD9506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07FA120-74BD-D8FB-21F6-9F3B92D1ADB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99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8A2664-BA2E-9A53-7F92-8E444A4A6123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coef2_pen0.75  (coef=2, penality=0.75)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267AEA-760E-146C-50C1-788BE17563CF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AB85EC-DF6D-557E-C1A6-EA8404D9B388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A74393-B0BF-EA2C-2750-B8DC128111E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B73D2F5-8AC2-3292-75BE-BF70C60A05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12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F3880A-1027-5ADC-6198-9F3B73ED8DF3}"/>
              </a:ext>
            </a:extLst>
          </p:cNvPr>
          <p:cNvSpPr txBox="1"/>
          <p:nvPr/>
        </p:nvSpPr>
        <p:spPr>
          <a:xfrm>
            <a:off x="381000" y="1524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</a:rPr>
              <a:t>coef2_pen1  (coef=2, penality=1)</a:t>
            </a:r>
            <a:endParaRPr lang="zh-CN" altLang="en-US" b="1"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B74E95-AAA4-D7C5-1DC8-6EAD71312122}"/>
              </a:ext>
            </a:extLst>
          </p:cNvPr>
          <p:cNvSpPr txBox="1"/>
          <p:nvPr/>
        </p:nvSpPr>
        <p:spPr>
          <a:xfrm>
            <a:off x="571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Nitrogen fertilizer applications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309069-546F-C133-5B68-AB0CE7A61AE6}"/>
              </a:ext>
            </a:extLst>
          </p:cNvPr>
          <p:cNvSpPr txBox="1"/>
          <p:nvPr/>
        </p:nvSpPr>
        <p:spPr>
          <a:xfrm>
            <a:off x="6413500" y="609600"/>
            <a:ext cx="520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000">
                <a:latin typeface="Arial" panose="020B0604020202020204" pitchFamily="34" charset="0"/>
              </a:rPr>
              <a:t>Policy returns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12C9B9-9554-30EA-6E13-DDBBE4E665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914400"/>
            <a:ext cx="5461000" cy="546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A3AE1FF-3B3E-2718-D070-BF3CCF8367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914400"/>
            <a:ext cx="54610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60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自定义</PresentationFormat>
  <Paragraphs>60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雨秋 杜</dc:creator>
  <cp:lastModifiedBy>雨秋 杜</cp:lastModifiedBy>
  <cp:revision>1</cp:revision>
  <dcterms:created xsi:type="dcterms:W3CDTF">2026-05-31T12:03:25Z</dcterms:created>
  <dcterms:modified xsi:type="dcterms:W3CDTF">2026-05-31T12:03:25Z</dcterms:modified>
</cp:coreProperties>
</file>