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fd83433f645ab" /><Relationship Type="http://schemas.openxmlformats.org/officeDocument/2006/relationships/extended-properties" Target="/docProps/app.xml" Id="Rf6b94c199e994f73" /><Relationship Type="http://schemas.openxmlformats.org/officeDocument/2006/relationships/officeDocument" Target="/ppt/presentation.xml" Id="R4142e91fcd29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ddcbc54084825"/>
  </p:sldMasterIdLst>
  <p:notesMasterIdLst>
    <p:notesMasterId xmlns:r="http://schemas.openxmlformats.org/officeDocument/2006/relationships" r:id="R22190c8a55674ce3"/>
  </p:notesMasterIdLst>
  <p:sldIdLst>
    <p:sldId xmlns:r="http://schemas.openxmlformats.org/officeDocument/2006/relationships" id="256" r:id="R86d2e2106f4143d3"/>
    <p:sldId xmlns:r="http://schemas.openxmlformats.org/officeDocument/2006/relationships" id="257" r:id="Rbf6096ea0281419f"/>
    <p:sldId xmlns:r="http://schemas.openxmlformats.org/officeDocument/2006/relationships" id="258" r:id="R1bd8408cd6c54b79"/>
    <p:sldId xmlns:r="http://schemas.openxmlformats.org/officeDocument/2006/relationships" id="259" r:id="R3ec63945cf824d85"/>
    <p:sldId xmlns:r="http://schemas.openxmlformats.org/officeDocument/2006/relationships" id="260" r:id="Re640c55ed98045af"/>
    <p:sldId xmlns:r="http://schemas.openxmlformats.org/officeDocument/2006/relationships" id="261" r:id="R9f744bf09e224a77"/>
    <p:sldId xmlns:r="http://schemas.openxmlformats.org/officeDocument/2006/relationships" id="262" r:id="R2227b8e0e68f4b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69c08092e4667" /><Relationship Type="http://schemas.openxmlformats.org/officeDocument/2006/relationships/slideMaster" Target="/ppt/slideMasters/slideMaster1.xml" Id="Rd5eddcbc54084825" /><Relationship Type="http://schemas.openxmlformats.org/officeDocument/2006/relationships/notesMaster" Target="/ppt/notesMasters/notesMaster1.xml" Id="R22190c8a55674ce3" /><Relationship Type="http://schemas.openxmlformats.org/officeDocument/2006/relationships/presProps" Target="/ppt/presProps.xml" Id="R91590a8c40b54108" /><Relationship Type="http://schemas.openxmlformats.org/officeDocument/2006/relationships/tableStyles" Target="/ppt/tableStyles.xml" Id="Rcec569d28ae54538" /><Relationship Type="http://schemas.openxmlformats.org/officeDocument/2006/relationships/slide" Target="/ppt/slides/slide1.xml" Id="R86d2e2106f4143d3" /><Relationship Type="http://schemas.openxmlformats.org/officeDocument/2006/relationships/slide" Target="/ppt/slides/slide2.xml" Id="Rbf6096ea0281419f" /><Relationship Type="http://schemas.openxmlformats.org/officeDocument/2006/relationships/slide" Target="/ppt/slides/slide3.xml" Id="R1bd8408cd6c54b79" /><Relationship Type="http://schemas.openxmlformats.org/officeDocument/2006/relationships/slide" Target="/ppt/slides/slide4.xml" Id="R3ec63945cf824d85" /><Relationship Type="http://schemas.openxmlformats.org/officeDocument/2006/relationships/slide" Target="/ppt/slides/slide5.xml" Id="Re640c55ed98045af" /><Relationship Type="http://schemas.openxmlformats.org/officeDocument/2006/relationships/slide" Target="/ppt/slides/slide6.xml" Id="R9f744bf09e224a77" /><Relationship Type="http://schemas.openxmlformats.org/officeDocument/2006/relationships/slide" Target="/ppt/slides/slide7.xml" Id="R2227b8e0e68f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453a3a7dac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8c7814e0346b7" /><Relationship Type="http://schemas.openxmlformats.org/officeDocument/2006/relationships/notesMaster" Target="/ppt/notesMasters/notesMaster1.xml" Id="Raf7cbf59ab2e4a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440adcfcb46d1" /><Relationship Type="http://schemas.openxmlformats.org/officeDocument/2006/relationships/notesMaster" Target="/ppt/notesMasters/notesMaster1.xml" Id="R0836faa36f0a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c0735f72d4e57" /><Relationship Type="http://schemas.openxmlformats.org/officeDocument/2006/relationships/notesMaster" Target="/ppt/notesMasters/notesMaster1.xml" Id="Ra33cc81ca3fb47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e09aa60ec44cd" /><Relationship Type="http://schemas.openxmlformats.org/officeDocument/2006/relationships/notesMaster" Target="/ppt/notesMasters/notesMaster1.xml" Id="Ra6fe78bf7f8242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ef44f84224f4e" /><Relationship Type="http://schemas.openxmlformats.org/officeDocument/2006/relationships/notesMaster" Target="/ppt/notesMasters/notesMaster1.xml" Id="R6c447c0c507d47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9c33e405ca49df" /><Relationship Type="http://schemas.openxmlformats.org/officeDocument/2006/relationships/notesMaster" Target="/ppt/notesMasters/notesMaster1.xml" Id="R015faaf6de3b4c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15427fd71d44a5" /><Relationship Type="http://schemas.openxmlformats.org/officeDocument/2006/relationships/notesMaster" Target="/ppt/notesMasters/notesMaster1.xml" Id="R66b681091c9440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证据：results/yc_wgen_cli_pilot/003_06_05/pilot_summary.json；背景图来自项目 docs/assets/yc_weather_station_cover.png。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运行目录证据：results/yc_wgen_cli_pilot/003_06_05/runtime/seed_101_run_a/cli_copy_evidence.txt、runtime_snapshot/fileX.MZX、runtime_snapshot/dssat-pdi.yml、runtime_snapshot/ERROR.OUT。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seed_101_run_a 单次触发失败后按任务 gate 停止；未执行 101b、102、103、104 或 105。PPO seed 为 NOT_APPLICABLE。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 hash 和冻结天气 hash 前后均一致。证据文件位于 results/yc_wgen_cli_pilot/003_06_05/runtime/seed_101_run_a/。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ERROR.OUT 与 WARNING.OUT 的原始副本见 runtime/seed_101_run_a/runtime_snapshot/。第 27 行原文：     1   7.6   3.2   5.0   2.8    3.3   3.6    1.9   4.0   -7.2   3.6 0.811   1.9 0.023   0.9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 generated_weather CSV。机器状态文件 reproducibility_check.json、seed_diversity_check.json、physical_sanity_check.json 标记为 pending/incomplete。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获批并通过 WGEN gate 后，下一任务为 003_06_06_yc_wgen_weather_qc_and_dssat_smoke。当前 GitHub backup pending explicit user approval。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5ab5783ab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44ebe79af94334" /><Relationship Type="http://schemas.openxmlformats.org/officeDocument/2006/relationships/slideLayout" Target="/ppt/slideLayouts/slideLayout1.xml" Id="Rf1228a217856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228a217856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f82da6a3948f0" /><Relationship Type="http://schemas.openxmlformats.org/officeDocument/2006/relationships/image" Target="/ppt/media/image.png" Id="R1df83db7b11b41de" /><Relationship Type="http://schemas.openxmlformats.org/officeDocument/2006/relationships/notesSlide" Target="/ppt/notesSlides/notesSlide1.xml" Id="Rf0bb9e5f0ef2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f996e0944806" /><Relationship Type="http://schemas.openxmlformats.org/officeDocument/2006/relationships/notesSlide" Target="/ppt/notesSlides/notesSlide2.xml" Id="R88286522fe2e4c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5284d68a4e5b" /><Relationship Type="http://schemas.openxmlformats.org/officeDocument/2006/relationships/notesSlide" Target="/ppt/notesSlides/notesSlide3.xml" Id="R1937ab9ba60e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a6f8fd08466f" /><Relationship Type="http://schemas.openxmlformats.org/officeDocument/2006/relationships/notesSlide" Target="/ppt/notesSlides/notesSlide4.xml" Id="Rd5abe19e70b4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08e7cf9442a3" /><Relationship Type="http://schemas.openxmlformats.org/officeDocument/2006/relationships/notesSlide" Target="/ppt/notesSlides/notesSlide5.xml" Id="Rba7d958ee47f46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044ae63554de3" /><Relationship Type="http://schemas.openxmlformats.org/officeDocument/2006/relationships/notesSlide" Target="/ppt/notesSlides/notesSlide6.xml" Id="R24090c537c02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724f945614cf3" /><Relationship Type="http://schemas.openxmlformats.org/officeDocument/2006/relationships/notesSlide" Target="/ppt/notesSlides/notesSlide7.xml" Id="R15bcc760c1e64e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83db7b11b41d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37BB8-A8D6-4CD0-8ECB-7122B7CB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2F">
              <a:alpha val="4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05854-80AA-4CA4-A012-B76FB8E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YC WGEN Seed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45975-5BFB-466F-A847-F1978282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CNYC.CLI runtime compatibility smoke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8722D-2D64-47DF-8F38-3AB1ADA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8A98A-D3AB-4261-BD78-4863D8D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首轮 seed 101a：FAIL_CLI_PARSE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1F1B8-B3AC-4353-AB64-D593C03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DSSAT 4.8.0.024  |  YC 单站  |  未运行 PPO</a:t>
            </a:r>
          </a:p>
        </p:txBody>
      </p:sp>
    </p:spTree>
    <p:extLst>
      <p:ext uri="{BB962C8B-B14F-4D97-AF65-F5344CB8AC3E}">
        <p14:creationId xmlns:p14="http://schemas.microsoft.com/office/powerpoint/2010/main" val="1554862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65960-093E-4091-9110-95C6FBA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Runtime 集成链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90EF5-D24D-4FCE-ADB5-9A533131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4DF66-19DD-41C8-9F9B-3D65D0C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C27BC-209C-4C88-9418-13D75E60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67000"/>
            <a:ext cx="779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AD3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4D427-7E43-4623-8B80-667DE7D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A4CCC-05BF-4C00-ADA8-A342DAB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1D07-3415-47A5-891A-2D704716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71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3273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2739A"/>
                </a:solidFill>
                <a:latin typeface="Arial"/>
                <a:ea typeface="Arial"/>
                <a:cs typeface="Arial"/>
              </a:rPr>
              <a:t>CNYC.CLI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396F4-4BEA-44FB-8582-3455C97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957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源 hash 已核对</a:t>
            </a:r>
          </a:p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按 basename 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70A6F-98F0-42D7-AD01-0692777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BC2BB-14E5-480E-AE0E-DAE5D5F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25FA1-E1A1-4CAA-8C76-E885DBF1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48EB9-D6B0-4D93-AEFF-09602CF5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71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397C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7C69"/>
                </a:solidFill>
                <a:latin typeface="Arial"/>
                <a:ea typeface="Arial"/>
                <a:cs typeface="Arial"/>
              </a:rPr>
              <a:t>Gym-DSSAT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22C8C-C00F-4D44-AABC-F75012E2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auxiliary_file_paths</a:t>
            </a:r>
          </a:p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临时目录内 hash 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20BC6-A22E-4114-9393-293B782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F7FC7-CCEF-4066-9626-01FDBF0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1F781-F81B-4E62-BB76-ABB76437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FB4A7-1038-4E0A-98FA-B2F1A3F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71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FileX / PDI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EDFCB-7F87-4A9D-8966-2734A1A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WTHER=W · WSTA=CNYC0801</a:t>
            </a:r>
          </a:p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rseed1_=101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0445C-5E68-47C3-A699-E7AB1DB9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904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D29B1-F053-4E94-9265-B85F4DD7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4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03F88-4495-495F-B0D4-3B29F007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43B55-6E82-4194-943C-2E8C7B7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DSSAT WGENIN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BB2C6-B5FC-42E0-984B-72DA843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读取到候选文件</a:t>
            </a:r>
          </a:p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Line 27 · Error 5010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791BA-1FFD-4D4C-8434-4908AFC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结论：文件定位成功；WGEN 参数读取未通过。</a:t>
            </a:r>
          </a:p>
        </p:txBody>
      </p:sp>
    </p:spTree>
    <p:extLst>
      <p:ext uri="{BB962C8B-B14F-4D97-AF65-F5344CB8AC3E}">
        <p14:creationId xmlns:p14="http://schemas.microsoft.com/office/powerpoint/2010/main" val="2057437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BFC5F1-659A-4DDA-9900-05ACF57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Seed 设计与执行边界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6007D-A825-42FF-B6D9-C0AB200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DF4E2-3C87-4D1F-97C1-DBED8FB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63996-363F-4F84-8AA5-A58F9DF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计划：101 重复一次 + 102–105；串行、固定条件、零动作，不含 PPO。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A54AC-FDEF-40EA-8C53-F8BA0BF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966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4B32C-9FA5-4B07-B795-8ED745A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4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F6742-19D4-4EF1-BBD2-0F300E4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7DA5E-7772-4640-B6C4-8E86F89F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101a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B7BC-3F67-4A6A-BD95-56EC62FB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已运行</a:t>
            </a:r>
          </a:p>
          <a:p xmlns:a="http://schemas.openxmlformats.org/drawingml/2006/main">
            <a:pPr>
              <a:defRPr sz="1425" b="0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初始化失败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09B04-90DC-43FD-851E-3C7E440F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D3DE9-67B3-48D0-9880-14AA5A9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AAB15-F39E-4643-8A6C-E67EEB91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101b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5A4E6-1046-41A2-9DE2-06AD279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未运行</a:t>
            </a:r>
          </a:p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首轮 gate 阻断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72618-D5F1-42FD-868D-02AF8749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979BA-0154-40D3-8C12-C779D65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18AED-1350-417E-A105-F6B8406C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0EE4-254B-4B42-A069-E4A6ECBB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未运行</a:t>
            </a:r>
          </a:p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首轮 gate 阻断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DAE95-998F-4993-8F2A-C52058B0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31B1B-D12C-4714-A0B1-1D91873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09EC0-CE50-4455-884A-FA68536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C630A-30BD-4D5F-8F39-D6618C3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未运行</a:t>
            </a:r>
          </a:p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首轮 gate 阻断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CD3E6-886B-4423-9137-679129B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4BB2E-0D03-4728-944D-F02D074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EFE6B-C06E-429D-AC4E-7078B2A9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7B389-B612-4E28-9E34-02A5B48F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未运行</a:t>
            </a:r>
          </a:p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首轮 gate 阻断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9D217-5C30-4AB8-9F1B-0EDA9F7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62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24C52-7E8C-4DC9-BB08-29B5F00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813E6-D780-4D36-8723-00C8CC8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76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B33AC-85DA-493B-90A6-C135377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528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未运行</a:t>
            </a:r>
          </a:p>
          <a:p xmlns:a="http://schemas.openxmlformats.org/drawingml/2006/main">
            <a:pPr>
              <a:defRPr sz="14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首轮 gate 阻断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3CC6B-7266-41BD-8C63-5E38981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526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9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0BE9D-D24C-4A28-9AA1-29A981F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101 同 seed 重复性检查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BFB23D-EE91-4E50-8441-4D51F27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65948-4182-4117-AD1C-3E90D76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weather_seed=101 已写入 PDI 模板的 rseed1_=101；模型尚未进入天气序列。</a:t>
            </a:r>
          </a:p>
        </p:txBody>
      </p:sp>
    </p:spTree>
    <p:extLst>
      <p:ext uri="{BB962C8B-B14F-4D97-AF65-F5344CB8AC3E}">
        <p14:creationId xmlns:p14="http://schemas.microsoft.com/office/powerpoint/2010/main" val="764678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F6335-3D91-4443-BF80-6EF82E66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CLI 传递与运行证据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E19CB-40EF-405F-B647-4F00A383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60EC3-18DD-4C77-9D4B-E67361DC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31356-AF92-4966-AAA3-FD2DF102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A33E8-AE8C-4D5F-92C5-E6F9DB7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检查项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25CFA-C0DD-491F-8277-9B37FBA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383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观测证据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8C6B7-580E-4EA8-8732-E0FEA29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38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642C9-E415-43CF-8568-8DE50DB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候选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EA26D-E02A-432D-8D63-D29296CC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CNYC.CLI · SHA256 与 frozen candidate 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98470-CE9F-439F-96C1-CD182ED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910D3-F0EE-4AC4-B391-FF08A91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05B7E-18F2-49EE-AA0B-03A21E5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运行目录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8B7D6-3E09-4F2D-9E2E-73F3872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Gym-DSSAT 临时目录含 CNYC.CLI；ERROR.OUT 指向该文件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38823-6749-4C8E-89F5-6242F16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861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LOOKUP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D8206-787C-4A4F-ACB1-4B406BE6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FileX 天气模式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93254-8E12-473A-90D3-166C606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WTHER=W · WSTA=CNYC0801 · YC 2008 treatment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DD67D-0BF5-4A77-A50A-2C75C3E9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0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1C59F-1886-4B80-A073-DCBC1F5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8F518-47C6-4323-AE45-6A138F1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天气 seed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620E3-CDF0-4BCE-98D4-A823A26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PDI YAML 中 rseed1_=101；runtime 消费未确认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66EA4-A5B7-4EB3-9C0A-4A922464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33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C34CB-5C51-4711-8A72-655D544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WGEN 参数读取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7506D-CF4D-4DE4-926C-9E8BDC8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CNYC.CLI line 27 · WGENIN error 5010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464C8-E323-401D-8C96-CB95118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8915C4-2879-4E28-8E13-739E2F2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输入 hash 前后不变；没有天气输出，因此 lookup 成功不等于兼容性通过。</a:t>
            </a:r>
          </a:p>
        </p:txBody>
      </p:sp>
    </p:spTree>
    <p:extLst>
      <p:ext uri="{BB962C8B-B14F-4D97-AF65-F5344CB8AC3E}">
        <p14:creationId xmlns:p14="http://schemas.microsoft.com/office/powerpoint/2010/main" val="248830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1F7B3-51C7-4B04-B033-0C6BEDE1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WGENIN 错误定位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3D007-F4AB-4D1D-A12A-CEA7893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1F5AC-8229-49E5-86CD-D30C3FC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D856F-0031-4C1F-A9A7-BF29CF4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DSSAT 4.8.0.024 · 首个天气生成前 · 2008 / DOY 153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37DE2-0773-4410-9BD0-280CFC77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66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8876F-D9D5-4278-9175-F142619E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71725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Unknown ERROR · 5010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E7736-60A1-4B72-BFF5-D456106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File: CNYC.CLI     Line: 27     Error key: WGENIN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E3FD8-610C-435F-A77D-BF59387C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第 27 行是 *WGEN PARAMETERS 的首个（月 1）数据行。现有证据定位到整行读取失败，尚未定位到具体列。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E291D-3C75-4C6A-B35B-26A40B6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82A1C-CBFA-4AEA-A99A-5FEB43E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另有非致命记录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46BEF-4E56-426E-B19D-344D9B16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76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FileX 坐标/海拔缺失提示；soil STONES、ADCOEF 使用默认值。它们与 CLI 的 fatal WGENIN 错误分开记录。</a:t>
            </a:r>
          </a:p>
        </p:txBody>
      </p:sp>
    </p:spTree>
    <p:extLst>
      <p:ext uri="{BB962C8B-B14F-4D97-AF65-F5344CB8AC3E}">
        <p14:creationId xmlns:p14="http://schemas.microsoft.com/office/powerpoint/2010/main" val="1261392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E80A1-0E41-4FD5-A0C5-187C837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天气证据与 QC 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F24DD-41F0-4568-AB2C-5761D205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D589B-CADF-4BF7-9DD1-A9E407F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B113A-6FA4-47D1-9A30-657033EB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200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780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9FFA7-F43E-4B7A-994A-6FB4ADA8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可捕获的日天气行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114A8-44BA-45E2-AEB8-EF0D48A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DSSAT 在首次 WGEN 天气状态前终止；没有生成 runtime WTH 文件。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585CA-A256-4F0E-90BF-9DD1AEA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04950"/>
            <a:ext cx="0" cy="430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3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15C74-9872-4C5F-AE2B-B5B80985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4A927-7BB7-4B9E-B08E-321545B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同 seed 复现（101a vs 101b）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71A1B-6082-442B-96A3-16A30030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未测试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5ED5-AF82-452E-935E-BAB9AFA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5AA95-3EF1-4CA9-B6B3-BB185BB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955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不同 seed 多样性（101–105）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ABDA4-ADB9-48CB-ADBA-D487D40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未测试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65604-F6C1-46E0-BA32-60AE828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C9C99-A5C7-4A29-A5CC-F91B985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雨量/温度/辐射物理 QC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943E7-CC7B-45C7-8F1E-14AB69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2A9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2A93C"/>
                </a:solidFill>
                <a:latin typeface="Arial"/>
                <a:ea typeface="Arial"/>
                <a:cs typeface="Arial"/>
              </a:rPr>
              <a:t>未运行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F5BCD-F0F8-48E7-B114-3C866EE3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76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DA94E-A25F-4911-A8F4-93E2C8F5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958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训练期 2004–2013 气候对照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D7676-F4AE-4AAF-AF3F-442C23A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95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2739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2739A"/>
                </a:solidFill>
                <a:latin typeface="Arial"/>
                <a:ea typeface="Arial"/>
                <a:cs typeface="Arial"/>
              </a:rPr>
              <a:t>仅 hash 核验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633BB-EFC5-44CB-8939-DAEE3BE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397C6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7C69"/>
                </a:solidFill>
                <a:latin typeface="Arial"/>
                <a:ea typeface="Arial"/>
                <a:cs typeface="Arial"/>
              </a:rPr>
              <a:t>不以产量或输入配置代替逐日天气证据。</a:t>
            </a:r>
          </a:p>
        </p:txBody>
      </p:sp>
    </p:spTree>
    <p:extLst>
      <p:ext uri="{BB962C8B-B14F-4D97-AF65-F5344CB8AC3E}">
        <p14:creationId xmlns:p14="http://schemas.microsoft.com/office/powerpoint/2010/main" val="76622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5ECBE-2C49-4A87-B5D5-E64AC22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当前决策与下一步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3C01-9BC0-432D-A925-3885ACF6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8A35E-2321-42F1-B6A6-B59F495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9DE5B-82A0-4629-B97D-26CC35E3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A5443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5443D"/>
                </a:solidFill>
                <a:latin typeface="Arial"/>
                <a:ea typeface="Arial"/>
                <a:cs typeface="Arial"/>
              </a:rPr>
              <a:t>当前：冻结候选，不扩展 seed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C23D3-92F4-4686-8068-C45E908A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不改原 CNYC.CLI；不重跑 101b/102–105；不训练 PPO。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2E148-D660-470E-BD31-86B1BAE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DF43C-EDBC-4BD1-B9A0-C17C6D73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C2299-88C2-4574-B19B-A229244A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CCF7B-C915-4085-9131-35B30C2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386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用户批准</a:t>
            </a:r>
          </a:p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定点诊断 CLI 第 27 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3E7CA-F9A6-4886-BCB5-7B98DF63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93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1A4B8-275C-4D04-981B-E743926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4A2D9-F838-4067-992A-304883B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86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新隔离副本</a:t>
            </a:r>
          </a:p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仅修复 WGENIN 首行格式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FA083-31E1-4D40-B182-88D4D5DD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6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BA9D1-75E6-4B2F-8360-0BB29D4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81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A5AC3-32DE-4868-95C3-7179B46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重做 runtime gate</a:t>
            </a:r>
          </a:p>
          <a:p xmlns:a="http://schemas.openxmlformats.org/drawingml/2006/main">
            <a:pPr>
              <a:defRPr sz="1725" b="1" i="0">
                <a:solidFill>
                  <a:srgbClr val="1736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33"/>
                </a:solidFill>
                <a:latin typeface="Arial"/>
                <a:ea typeface="Arial"/>
                <a:cs typeface="Arial"/>
              </a:rPr>
              <a:t>通过后再测全部 seeds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45C14-CDCA-4FF6-A803-9A095AC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3605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5D"/>
                </a:solidFill>
                <a:latin typeface="Arial"/>
                <a:ea typeface="Arial"/>
                <a:cs typeface="Arial"/>
              </a:rPr>
              <a:t>所有 runtime warnings、错误文件与首次失败均保留；无 GitHub push。</a:t>
            </a:r>
          </a:p>
        </p:txBody>
      </p:sp>
    </p:spTree>
    <p:extLst>
      <p:ext uri="{BB962C8B-B14F-4D97-AF65-F5344CB8AC3E}">
        <p14:creationId xmlns:p14="http://schemas.microsoft.com/office/powerpoint/2010/main" val="209734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2026-09-24T16:23:36.6980000Z</dcterms:created>
  <dcterms:modified xsi:type="dcterms:W3CDTF">2026-09-24T16:23:36.6980000Z</dcterms:modified>
</coreProperties>
</file>