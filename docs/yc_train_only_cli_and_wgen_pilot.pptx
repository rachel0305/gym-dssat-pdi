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792bce46754efd" /><Relationship Type="http://schemas.openxmlformats.org/officeDocument/2006/relationships/extended-properties" Target="/docProps/app.xml" Id="R29c7a4e813f04d4a" /><Relationship Type="http://schemas.openxmlformats.org/officeDocument/2006/relationships/officeDocument" Target="/ppt/presentation.xml" Id="R97538954626344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7c1ea7945a4f45"/>
  </p:sldMasterIdLst>
  <p:notesMasterIdLst>
    <p:notesMasterId xmlns:r="http://schemas.openxmlformats.org/officeDocument/2006/relationships" r:id="R313c12127bd54893"/>
  </p:notesMasterIdLst>
  <p:sldIdLst>
    <p:sldId xmlns:r="http://schemas.openxmlformats.org/officeDocument/2006/relationships" id="256" r:id="R89ec4a50444e4f54"/>
    <p:sldId xmlns:r="http://schemas.openxmlformats.org/officeDocument/2006/relationships" id="257" r:id="R8dc8171e50ce4dcc"/>
    <p:sldId xmlns:r="http://schemas.openxmlformats.org/officeDocument/2006/relationships" id="258" r:id="Rbf985057c5bb4d7e"/>
    <p:sldId xmlns:r="http://schemas.openxmlformats.org/officeDocument/2006/relationships" id="259" r:id="R413179ec2fac4b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fce113eed2452e" /><Relationship Type="http://schemas.openxmlformats.org/officeDocument/2006/relationships/slideMaster" Target="/ppt/slideMasters/slideMaster1.xml" Id="R267c1ea7945a4f45" /><Relationship Type="http://schemas.openxmlformats.org/officeDocument/2006/relationships/notesMaster" Target="/ppt/notesMasters/notesMaster1.xml" Id="R313c12127bd54893" /><Relationship Type="http://schemas.openxmlformats.org/officeDocument/2006/relationships/presProps" Target="/ppt/presProps.xml" Id="R7f70bbb26831451e" /><Relationship Type="http://schemas.openxmlformats.org/officeDocument/2006/relationships/tableStyles" Target="/ppt/tableStyles.xml" Id="Rdc345580000a4811" /><Relationship Type="http://schemas.openxmlformats.org/officeDocument/2006/relationships/slide" Target="/ppt/slides/slide1.xml" Id="R89ec4a50444e4f54" /><Relationship Type="http://schemas.openxmlformats.org/officeDocument/2006/relationships/slide" Target="/ppt/slides/slide2.xml" Id="R8dc8171e50ce4dcc" /><Relationship Type="http://schemas.openxmlformats.org/officeDocument/2006/relationships/slide" Target="/ppt/slides/slide3.xml" Id="Rbf985057c5bb4d7e" /><Relationship Type="http://schemas.openxmlformats.org/officeDocument/2006/relationships/slide" Target="/ppt/slides/slide4.xml" Id="R413179ec2fac4b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f7f0aa980344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612f2a22a04bcd" /><Relationship Type="http://schemas.openxmlformats.org/officeDocument/2006/relationships/notesMaster" Target="/ppt/notesMasters/notesMaster1.xml" Id="Rbe74a01caba74b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890fd42cc04b40" /><Relationship Type="http://schemas.openxmlformats.org/officeDocument/2006/relationships/notesMaster" Target="/ppt/notesMasters/notesMaster1.xml" Id="Rb1c3ee45694b4a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40352445f5483b" /><Relationship Type="http://schemas.openxmlformats.org/officeDocument/2006/relationships/notesMaster" Target="/ppt/notesMasters/notesMaster1.xml" Id="R9417f9a5297c47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1ab5441c734ded" /><Relationship Type="http://schemas.openxmlformats.org/officeDocument/2006/relationships/notesMaster" Target="/ppt/notesMasters/notesMaster1.xml" Id="R432a1d1dd0294e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依据：docs/yc_train_only_cli_and_wgen_pilot.md；results/yc_wgen_cli_pilot/003_06/experiment_summary.json。Candidate SHA256 与上一轮 004 upstream_gate.json 一致。未启动 WGEN、DSSAT 或 PPO。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来源：results/yc_wgen_cli_pilot/003_06/weather_candidate_freeze.json；results/yc_weather_gapfill_finalize/candidate_qc.json；results/yc_ppo_weather_augmentation/upstream_gate.json。当前 CSV 复核 3653 行、首末日期、唯一日期、空值和基础物理约束。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来源：references/dssat_pdi.py；results/yc_weather_audit/yc_weather_reset_diagnostic.json；results/yc_wgen_cli_pilot/yc_cli_provenance.json；docs/yc_wgen_cli_pilot.md。DSSAT 4.8 仅见历史 DSSAT480 目录标签，不作为当前版本证据。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来源：prompt_02/003_06_yc_train_only_cli_and_wgen_pilot.md；docs/yc_train_only_cli_and_wgen_pilot.md。各 Gate 依赖顺序严格遵循任务定义。本任务未训练 PPO。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b00cfa303243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a578134cc84531" /><Relationship Type="http://schemas.openxmlformats.org/officeDocument/2006/relationships/slideLayout" Target="/ppt/slideLayouts/slideLayout1.xml" Id="R672e36b547c448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2e36b547c448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5e03980b74da2" /><Relationship Type="http://schemas.openxmlformats.org/officeDocument/2006/relationships/notesSlide" Target="/ppt/notesSlides/notesSlide1.xml" Id="R9b10934a8f8a4f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26123de464fab" /><Relationship Type="http://schemas.openxmlformats.org/officeDocument/2006/relationships/notesSlide" Target="/ppt/notesSlides/notesSlide2.xml" Id="R4c353380436c4e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ae6a2f1544c39" /><Relationship Type="http://schemas.openxmlformats.org/officeDocument/2006/relationships/notesSlide" Target="/ppt/notesSlides/notesSlide3.xml" Id="R85cd50243c8241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5ee4af1f1428f" /><Relationship Type="http://schemas.openxmlformats.org/officeDocument/2006/relationships/notesSlide" Target="/ppt/notesSlides/notesSlide4.xml" Id="R5bebc6d8cf5044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4E5AA2-F8E9-41D4-BED2-5E5A081B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62AD4-47B0-40C9-B16C-77AE315C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003_06  /  YC-YCA  /  WGEN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ACF11-7F34-421F-A46A-A385AFC3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10191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天气候选已冻结</a:t>
            </a:r>
          </a:p>
          <a:p xmlns:a="http://schemas.openxmlformats.org/drawingml/2006/main">
            <a:pPr algn="l">
              <a:defRPr sz="36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WGEN pilot 停在 CLI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010DA-A0C7-4A30-8660-BDB554D4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Candidate 通过复核；没有可验证的 2004-2013 参数估计工具链。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7126B-385A-47B3-8C75-37EBB11C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23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18CF9-959B-43A5-B1BA-391F24CD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38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2004-2013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0D869-D01D-4343-9CFC-E3C54946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冻结输入窗口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B4B0A-F4CC-4EA6-A25A-2395CB96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95750"/>
            <a:ext cx="223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3B265-5B8A-4EAC-B329-C705B4FD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05300"/>
            <a:ext cx="238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3,653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CD846-F3CC-417D-B0F3-4F0EAA2B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57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天，四变量完整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C8E4DD-3BD8-4A79-AE07-5FCB3181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23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03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1ADAD0-2608-461F-93DC-7142C9E0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238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0016E-1CDF-462E-8CE1-26177249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eligible train-only CLI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700FC-FC9D-4E45-A956-D2FA167E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95750"/>
            <a:ext cx="223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03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361821-23BB-44B3-B9DB-037CD446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05300"/>
            <a:ext cx="238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1C00B-F484-4938-A37A-EB2CDC9A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857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WGEN / DSSAT smoke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E5EB0-5D89-4248-8117-4B64646C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19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Final status  BLOCKED_CLI_GENERATION</a:t>
            </a:r>
          </a:p>
        </p:txBody>
      </p:sp>
    </p:spTree>
    <p:extLst>
      <p:ext uri="{BB962C8B-B14F-4D97-AF65-F5344CB8AC3E}">
        <p14:creationId xmlns:p14="http://schemas.microsoft.com/office/powerpoint/2010/main" val="113720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794C59-8E26-4226-85AF-CF5E4814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A8798-A62C-4074-957B-EE8C6C10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01  /  Candidate freeze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B6F21-2759-48B3-8660-4CC2747C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候选数据完整；物理检查无失败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ED6FB-139D-49CD-8D60-674DC614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4C2A0-2A5F-498E-928D-195909B2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YC / TRAIN-ONLY CLI / WGEN 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AC668-1729-49BD-83CA-F220DE5C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2 /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0900C-97FC-4605-A65C-CAEC1C67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文件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50954-2A71-43FE-BBF8-B653EA22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811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yc_wgen_fitting_weather_2004_2013.csv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72730-4B22-4C21-A0D2-B58C9BE0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3CCC8-2B36-4F9D-B4FB-C1ABB3DA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SHA256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39E3A-B44D-442F-A91C-A92DE771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33625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4B8FFE9E881D0A0743921B78B9C0E0EBFB1D2D645C5AA9737948B2B088ED7B34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CFD73-59AA-41F1-B0E2-9FC39932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432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50A1F-532C-4086-8E6C-B09EE919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日期与日数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ACCC6-5A72-4ED1-847F-A8569054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956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2004-01-01 至 2013-12-31  |  3,653 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617319-63AE-4893-AF7A-05F473A9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数据完整性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3CA87-0EF4-4FC9-842D-316654DA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9572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RAIN / TMAX / TMIN / SRAD 均无空值；日期无重复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67C01-0BA4-41D1-9F7B-486D1964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物理 QC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7287BB-1922-42E9-B9FF-BE1E5AA7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958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负雨量 0  |  负 SRAD 0  |  TMAX &lt; TMIN 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BD2E3-6328-4E1B-8AD4-4F771359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前轮冻结核对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9E5171-54FB-432C-BBEE-6F790014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95875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与 004 upstream_gate.json 的 candidate SHA256 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7D0EA7-88D9-4981-8451-03A8C7CE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验证期 2014-2023 排除；原 candidate 文件未改动。</a:t>
            </a:r>
          </a:p>
        </p:txBody>
      </p:sp>
    </p:spTree>
    <p:extLst>
      <p:ext uri="{BB962C8B-B14F-4D97-AF65-F5344CB8AC3E}">
        <p14:creationId xmlns:p14="http://schemas.microsoft.com/office/powerpoint/2010/main" val="3462960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359375-52B5-4DA6-9DA7-FD88DFBE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D4821-B79F-4D9D-BE06-64DFA496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02  /  Toolchain and provenance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260AA-73C0-4A42-8DC1-4115C2CA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当前参数估计工具链无法核实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11752-8C02-408D-BBC5-1B2A3B7F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EE834-3224-4870-8CE4-BC9E832D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YC / TRAIN-ONLY CLI / WGEN 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4DED2-F5A4-457A-BDA6-89E4FFA8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3 /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1D5A2-55DC-4FB3-9BF4-02B79E6D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仓库证据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FD4D6-115C-48D2-8101-D57AC5B2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430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记录过 gym_dssat_pdi 0.0.5；random_weather=True 会请求 W 模式，并从 Gym RNG 派生 rseed1。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9B5C5-BDCC-48C1-AEA3-E1EF7CDB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9552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3F452-B8F4-44D6-BB3F-E567837D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未核实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F5F20-8E28-4FDD-A0DC-C4CB06B6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95550"/>
            <a:ext cx="8572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B35"/>
                </a:solidFill>
                <a:latin typeface="Arial"/>
                <a:ea typeface="Arial"/>
                <a:cs typeface="Arial"/>
              </a:rPr>
              <a:t>当前 DSSAT / WeatherMan 版本与路径、WeatherMan CLI/GUI、WGEN 可执行文件、WSTA 到 CLI 的映射。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67684-4FA1-4BA2-95B6-65556E0F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1B648-A94B-4951-B251-0C03078D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56A0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56A0A"/>
                </a:solidFill>
                <a:latin typeface="Arial"/>
                <a:ea typeface="Arial"/>
                <a:cs typeface="Arial"/>
              </a:rPr>
              <a:t>旧 CLI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35308-C615-457E-9347-AD641727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448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SHA 58dbe11f…；记录窗口 2008-01-01 至 2014-12-31。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DBDE7C-9FD1-4C1B-BD06-D40E82F7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576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8403A"/>
                </a:solidFill>
                <a:latin typeface="Arial"/>
                <a:ea typeface="Arial"/>
                <a:cs typeface="Arial"/>
              </a:rPr>
              <a:t>估计年份 provenance 不完整；关联运行 random_weather=false。排除，不复制、不改名。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5538B-0C0E-4DAC-BA8B-FAA39E9B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项目目录未发现官方参数估计自动化；项目外安装位置未检查。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D080A0-CB98-45A8-B022-F57D5070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因此不能声称 GUI-only，也不能伪造 CLI。</a:t>
            </a:r>
          </a:p>
        </p:txBody>
      </p:sp>
    </p:spTree>
    <p:extLst>
      <p:ext uri="{BB962C8B-B14F-4D97-AF65-F5344CB8AC3E}">
        <p14:creationId xmlns:p14="http://schemas.microsoft.com/office/powerpoint/2010/main" val="4942896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A432F6-A195-41B6-A200-96EEDA64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7469E-ECBA-4B8E-946A-016A23F2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03  /  Restart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D8EC6F-876F-4614-9FA6-97219C76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满足四项证据后再启动随机天气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C65C1-D582-4E6E-9E1C-16446AB2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831306-91F1-419D-A3D9-6E51758A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YC / TRAIN-ONLY CLI / WGEN 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E7651-7C0D-488A-9A59-E0826E6C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3436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4 /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DC6C4-1BA6-40E0-BA39-C1A0F9D8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609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92978-92B0-4F65-A497-CF2F31A6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716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官方估计路径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CA631-2C96-4166-8B23-814FF1E1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7162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参数唯一来自冻结 candidate；年份严格为 2004-2013。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ED621-2CB3-4680-8935-6D5B533F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76E4D-EBEF-4201-9DC4-46B6FA6B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609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5BE7A-76CC-49CB-A267-00BD822E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CLI provenance / QC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8EDA6-E0C9-419D-AB61-4BFD314B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工具与版本、日期窗、输入 SHA、输出 SHA、CNYC 结构均可复核。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93128-1AE2-4BE8-B68B-405A9FA8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33725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7D0C8-5C3A-4EFF-8F98-A1906449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609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D4D8C-81EE-4695-BB19-83A81B25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813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WGEN runtime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1B930-8801-4B81-9F8D-D1B0366E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81375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确认 FileX WSTA 映射；weather seed 与 PPO seed 独立；能导出逐日天气。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A5C146-9494-4902-B114-13E56DEC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1B7AE5-B9F9-45FD-94F4-85BEC4DF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609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E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E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541C52-4789-427C-9D1B-BDC848B7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先小规模验证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B4A49-7C25-466E-A9F5-DBBBB203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101 重复哈希一致；101 与 102 天气不同；再生成 3-5 套并 smoke 至少 3 季。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28ED6A-1FBE-47FD-91D5-669A1A37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38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40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8403A"/>
                </a:solidFill>
                <a:latin typeface="Arial"/>
                <a:ea typeface="Arial"/>
                <a:cs typeface="Arial"/>
              </a:rPr>
              <a:t>本轮 PPO seed = NOT_USED；不训练 PPO，不作策略比较。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0699E9-84B9-474F-843C-9BA31902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38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B35"/>
                </a:solidFill>
                <a:latin typeface="Arial"/>
                <a:ea typeface="Arial"/>
                <a:cs typeface="Arial"/>
              </a:rPr>
              <a:t>下一最小任务：提供项目约束内可审计的 WeatherMan/转换路径与 train-only CLI provenance。</a:t>
            </a:r>
          </a:p>
        </p:txBody>
      </p:sp>
    </p:spTree>
    <p:extLst>
      <p:ext uri="{BB962C8B-B14F-4D97-AF65-F5344CB8AC3E}">
        <p14:creationId xmlns:p14="http://schemas.microsoft.com/office/powerpoint/2010/main" val="1064309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2026-09-24T10:12:58.6620000Z</dcterms:created>
  <dcterms:modified xsi:type="dcterms:W3CDTF">2026-09-24T10:12:58.6620000Z</dcterms:modified>
</coreProperties>
</file>