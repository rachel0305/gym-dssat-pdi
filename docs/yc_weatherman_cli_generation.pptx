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61dca5eedf4a49" /><Relationship Type="http://schemas.openxmlformats.org/officeDocument/2006/relationships/extended-properties" Target="/docProps/app.xml" Id="R9d6e12fd6cc442ec" /><Relationship Type="http://schemas.openxmlformats.org/officeDocument/2006/relationships/officeDocument" Target="/ppt/presentation.xml" Id="Rc5a3c46d8cee41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59d55c12714178"/>
  </p:sldMasterIdLst>
  <p:notesMasterIdLst>
    <p:notesMasterId xmlns:r="http://schemas.openxmlformats.org/officeDocument/2006/relationships" r:id="Rd0b544af82a84074"/>
  </p:notesMasterIdLst>
  <p:sldIdLst>
    <p:sldId xmlns:r="http://schemas.openxmlformats.org/officeDocument/2006/relationships" id="256" r:id="Rf974c7385778400e"/>
    <p:sldId xmlns:r="http://schemas.openxmlformats.org/officeDocument/2006/relationships" id="257" r:id="Ree2994e1cfa04330"/>
    <p:sldId xmlns:r="http://schemas.openxmlformats.org/officeDocument/2006/relationships" id="258" r:id="Re4477b72d82544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777c042b4f4e73" /><Relationship Type="http://schemas.openxmlformats.org/officeDocument/2006/relationships/slideMaster" Target="/ppt/slideMasters/slideMaster1.xml" Id="R9759d55c12714178" /><Relationship Type="http://schemas.openxmlformats.org/officeDocument/2006/relationships/notesMaster" Target="/ppt/notesMasters/notesMaster1.xml" Id="Rd0b544af82a84074" /><Relationship Type="http://schemas.openxmlformats.org/officeDocument/2006/relationships/presProps" Target="/ppt/presProps.xml" Id="Rf7e2da5572794f8b" /><Relationship Type="http://schemas.openxmlformats.org/officeDocument/2006/relationships/tableStyles" Target="/ppt/tableStyles.xml" Id="R9439f81b7996486a" /><Relationship Type="http://schemas.openxmlformats.org/officeDocument/2006/relationships/slide" Target="/ppt/slides/slide1.xml" Id="Rf974c7385778400e" /><Relationship Type="http://schemas.openxmlformats.org/officeDocument/2006/relationships/slide" Target="/ppt/slides/slide2.xml" Id="Ree2994e1cfa04330" /><Relationship Type="http://schemas.openxmlformats.org/officeDocument/2006/relationships/slide" Target="/ppt/slides/slide3.xml" Id="Re4477b72d82544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e99ff1655944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d6e787fe734eb9" /><Relationship Type="http://schemas.openxmlformats.org/officeDocument/2006/relationships/notesMaster" Target="/ppt/notesMasters/notesMaster1.xml" Id="R5f57ddde7d5f4f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46d7b5fdeb466f" /><Relationship Type="http://schemas.openxmlformats.org/officeDocument/2006/relationships/notesMaster" Target="/ppt/notesMasters/notesMaster1.xml" Id="Rf1bdafdc07324a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b0f37c23bb41af" /><Relationship Type="http://schemas.openxmlformats.org/officeDocument/2006/relationships/notesMaster" Target="/ppt/notesMasters/notesMaster1.xml" Id="R0a9e79b90a1844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来源：results/yc_wgen_cli_pilot/003_06_01/input_freeze.json、weatherman_inventory.json、experiment_summary.json。状态表达访问边界导致未检查，不表示 WeatherMan 未安装。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安全边界来源：项目根目录 AGENTS.md。官方 WeatherMan 工具说明：https://dssat.net/tools/ 。官方 DSSAT 下载系统：https://get.dssat.net/ 。网页说明只用于引用官方工具入口，不代表本机安装状态。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官方参考：DSSAT Tools 页面介绍 WeatherMan 的导入、分析、导出和站点功能：https://dssat.net/tools/ 。官方 DSSAT Download System：https://get.dssat.net/ 。当前项目 DSSAT 版本尚未查明，因此不推荐具体安装版本。candidate SHA256 见本 deck 第 1 页及 results/yc_wgen_cli_pilot/003_06_01/input_freeze.json。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dcd3ad3b54b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10aa6339d14fd2" /><Relationship Type="http://schemas.openxmlformats.org/officeDocument/2006/relationships/slideLayout" Target="/ppt/slideLayouts/slideLayout1.xml" Id="R8b8fed38f01249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8fed38f01249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e366e7d174c5f" /><Relationship Type="http://schemas.openxmlformats.org/officeDocument/2006/relationships/notesSlide" Target="/ppt/notesSlides/notesSlide1.xml" Id="Rbb9d64ad36e147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9da8f6b9442cd" /><Relationship Type="http://schemas.openxmlformats.org/officeDocument/2006/relationships/notesSlide" Target="/ppt/notesSlides/notesSlide2.xml" Id="R785e1432b15d41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d44e0fd3d415c" /><Relationship Type="http://schemas.openxmlformats.org/officeDocument/2006/relationships/notesSlide" Target="/ppt/notesSlides/notesSlide3.xml" Id="R22ce65c949b943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4C493-1295-480F-9977-F7239921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B908F-6A37-4009-8FC3-F97A936D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003_06_01  /  YC-YCA  /  CLI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C431A-0563-474E-882E-0E685EF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28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Candidate 已复冻</a:t>
            </a:r>
          </a:p>
          <a:p xmlns:a="http://schemas.openxmlformats.org/drawingml/2006/main">
            <a:pPr>
              <a:defRPr sz="34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WeatherMan 路径探测受限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158E0-37CD-4DB4-8F20-2B051DBF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项目边界禁止读取项目外安装位置；WeatherMan 是否安装仍未知。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86203-99D4-4AA6-A435-692309F7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0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F9155-2D4A-4020-AB28-3133237C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BLOCKED_TOOL_PATH_ACCESS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16092-7FB1-4275-8AAD-4E580DAB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SHA256 与任务要求一致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0933D-0ECB-4C58-9059-77A9E1E8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3653 天  |  2004-01-01 至 2013-12-31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0BBB9-A6E6-4AB8-828F-82361268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CLI 0  |  WGEN 0  |  PPO 0</a:t>
            </a:r>
          </a:p>
        </p:txBody>
      </p:sp>
    </p:spTree>
    <p:extLst>
      <p:ext uri="{BB962C8B-B14F-4D97-AF65-F5344CB8AC3E}">
        <p14:creationId xmlns:p14="http://schemas.microsoft.com/office/powerpoint/2010/main" val="1944586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8CCBD-0780-45D4-BDBC-67FDE5B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930D9-9696-4A16-AF86-05BA1C01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01  /  Gate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6E26B-2B30-4D01-9AF0-6F7A86F8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当前工具链版本与路径均未核实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AE9B6-AC40-43F2-AB53-C18E34D6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67AE8-F656-4931-BC84-50B81293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/ WEATHERMAN CLI PATH 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608E1-8E3E-4A7B-923B-E7227041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2 /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88461-8605-48B3-97E9-9695F18B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项目约束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8F385-9007-4CB9-AC2F-76CAE5DF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81150"/>
            <a:ext cx="823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AGENTS.md 仅允许读取和修改当前项目目录内文件。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9C238-3572-44B9-96E2-A2D60706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07DDA-984B-4FA7-A79D-D9908285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未探测位置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BDA95-0784-419B-835E-1329C637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52675"/>
            <a:ext cx="823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C:\DSSAT*  |  Program Files  |  PATH / shortcuts</a:t>
            </a:r>
          </a:p>
          <a:p xmlns:a="http://schemas.openxmlformats.org/drawingml/2006/main">
            <a:pPr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/opt  |  /usr/local  |  /usr/bin  |  项目外 Python / Gym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248FA-E20C-456F-ABB3-C561E0D8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0385F-6DF6-46CE-A63C-28AEB87C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未知项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0819F-E78D-4691-97D2-7BBAEEEC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95675"/>
            <a:ext cx="823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WeatherMan 是否存在、executable/version、GUI/CLI 能力；当前 DSSAT 路径与版本。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8BC59-CA22-4503-972E-0247335D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“未知”不等于“未安装”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537FE-07FC-4B2D-A00B-0586396A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未查询导入格式或站点元数据，未转换 candidate，也未生成 CNYC.CLI。</a:t>
            </a:r>
          </a:p>
        </p:txBody>
      </p:sp>
    </p:spTree>
    <p:extLst>
      <p:ext uri="{BB962C8B-B14F-4D97-AF65-F5344CB8AC3E}">
        <p14:creationId xmlns:p14="http://schemas.microsoft.com/office/powerpoint/2010/main" val="1632992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E2471-0D5D-4DD7-9CDB-DB81EF09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06BB5-FA6E-4A81-BDF7-93E3C358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02  /  Minimal user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5B15C-6C5F-4AED-A5D0-9E2A1BF6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提供三项本机证据后再继续 Gate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F6768-287C-40DA-8BC8-58A67AAD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E230A-E569-43D8-B53B-064DC88D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/ WEATHERMAN CLI PATH 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34A17-F1D3-499B-B3AB-63601742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3 /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969FC-FDEB-4FA3-9F8B-518DA9AE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F273E-EB10-47FE-950B-46555A98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573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WeatherMan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05438-2D99-4E0C-9228-AE09A628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573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executable 完整路径与文件名；若未找到，请说明人工检查入口。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93525-03F5-4A53-98B1-E99DD9EC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AEB60-AC89-4E90-9AA9-AAD9685F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92D77-5083-49F1-9B6C-58FF1C72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DSSAT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FEBCE-AE76-44A8-923F-E8F89D14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安装根目录与实际运行版本证据，例如输出头或 About 信息。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915AD-042F-4629-87E5-A99F4042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623AE-83C0-48F6-9F52-5F8B5B86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BEA43-DD04-481F-88DA-1D0A33F5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623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版本资料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8F8B5-3683-47F7-B83D-99436F1A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WeatherMan About/version 文本或截图；若有，附原始 Help 输出。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83AD7-DBA4-4FC5-86D0-8CBF977A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把文本或截图复制进项目目录，再核对该版本的导入格式和 YC 元数据。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DA6A26-29C8-4DB7-9465-0FC962CA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先验证与当前 DSSAT runtime 的兼容性，不要盲目切换版本。</a:t>
            </a:r>
          </a:p>
        </p:txBody>
      </p:sp>
    </p:spTree>
    <p:extLst>
      <p:ext uri="{BB962C8B-B14F-4D97-AF65-F5344CB8AC3E}">
        <p14:creationId xmlns:p14="http://schemas.microsoft.com/office/powerpoint/2010/main" val="1307046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2026-09-24T10:59:39.1270000Z</dcterms:created>
  <dcterms:modified xsi:type="dcterms:W3CDTF">2026-09-24T10:59:39.1270000Z</dcterms:modified>
</coreProperties>
</file>