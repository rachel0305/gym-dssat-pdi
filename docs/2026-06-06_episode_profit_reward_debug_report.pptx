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006_05 Episode-Level Profit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目标：把 reward 重构为季节尺度 profit objective。</a:t>
            </a:r>
          </a:p>
          <a:p>
            <a:pPr>
              <a:defRPr sz="1500">
                <a:latin typeface="Microsoft YaHei"/>
              </a:defRPr>
            </a:pPr>
            <a:r>
              <a:t>约束：action-safe PPO；只做 HLA pilot；不改原始 reward；不覆盖 006_03/006_04。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Terminal Reward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原始 reward callback 能读 _next_state 和 _history，但没有 done flag。</a:t>
            </a:r>
          </a:p>
          <a:p>
            <a:pPr>
              <a:defRPr sz="1500">
                <a:latin typeface="Microsoft YaHei"/>
              </a:defRPr>
            </a:pPr>
            <a:r>
              <a:t>本阶段在 gymnasium wrapper 层实现 terminal reward：最后一步读取 final grnwt，并扣除累计灌溉和施氮成本。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Reward Candidates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P0：当前 reward baseline。</a:t>
            </a:r>
          </a:p>
          <a:p>
            <a:pPr>
              <a:defRPr sz="1500">
                <a:latin typeface="Microsoft YaHei"/>
              </a:defRPr>
            </a:pPr>
            <a:r>
              <a:t>P1-P3：terminal-only profit，成本由弱到强。</a:t>
            </a:r>
          </a:p>
          <a:p>
            <a:pPr>
              <a:defRPr sz="1500">
                <a:latin typeface="Microsoft YaHei"/>
              </a:defRPr>
            </a:pPr>
            <a:r>
              <a:t>P4-P6：terminal profit + daily input cost。</a:t>
            </a:r>
          </a:p>
          <a:p>
            <a:pPr>
              <a:defRPr sz="1500">
                <a:latin typeface="Microsoft YaHei"/>
              </a:defRPr>
            </a:pPr>
            <a:r>
              <a:t>所有系数都是 normalized score，不是真实人民币。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vs Input</a:t>
            </a:r>
          </a:p>
        </p:txBody>
      </p:sp>
      <p:pic>
        <p:nvPicPr>
          <p:cNvPr id="3" name="Picture 2" descr="episode_profit_yield_v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Saturation Ratio</a:t>
            </a:r>
          </a:p>
        </p:txBody>
      </p:sp>
      <p:pic>
        <p:nvPicPr>
          <p:cNvPr id="3" name="Picture 2" descr="episode_profit_saturation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Loss vs Input Reduction</a:t>
            </a:r>
          </a:p>
        </p:txBody>
      </p:sp>
      <p:pic>
        <p:nvPicPr>
          <p:cNvPr id="3" name="Picture 2" descr="episode_profit_yield_loss_vs_input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Profit Score vs Yield</a:t>
            </a:r>
          </a:p>
        </p:txBody>
      </p:sp>
      <p:pic>
        <p:nvPicPr>
          <p:cNvPr id="3" name="Picture 2" descr="episode_profit_profit_score_vs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SWFAC and NSTRES</a:t>
            </a:r>
          </a:p>
        </p:txBody>
      </p:sp>
      <p:pic>
        <p:nvPicPr>
          <p:cNvPr id="3" name="Picture 2" descr="episode_profit_swfac_ns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推荐 candidate：None。</a:t>
            </a:r>
          </a:p>
          <a:p>
            <a:pPr>
              <a:defRPr sz="1500">
                <a:latin typeface="Microsoft YaHei"/>
              </a:defRPr>
            </a:pPr>
            <a:r>
              <a:t>如果仍然打满 cap，下一步优先改 action design 或决策频率，再考虑多 seed 或 rainfall-scaling scenario。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