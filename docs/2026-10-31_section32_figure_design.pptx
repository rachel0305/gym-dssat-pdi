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1a38ba62144168" /><Relationship Type="http://schemas.openxmlformats.org/officeDocument/2006/relationships/extended-properties" Target="/docProps/app.xml" Id="Rcaf8fde7aff04cd4" /><Relationship Type="http://schemas.openxmlformats.org/officeDocument/2006/relationships/officeDocument" Target="/ppt/presentation.xml" Id="R141946a9a99b44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9b4d97e7f848e0"/>
  </p:sldMasterIdLst>
  <p:notesMasterIdLst>
    <p:notesMasterId xmlns:r="http://schemas.openxmlformats.org/officeDocument/2006/relationships" r:id="R8a1e2d612d8e4005"/>
  </p:notesMasterIdLst>
  <p:sldIdLst>
    <p:sldId xmlns:r="http://schemas.openxmlformats.org/officeDocument/2006/relationships" id="256" r:id="R636321f8e7dd4798"/>
    <p:sldId xmlns:r="http://schemas.openxmlformats.org/officeDocument/2006/relationships" id="257" r:id="Rc3b7b77b9d6d423c"/>
    <p:sldId xmlns:r="http://schemas.openxmlformats.org/officeDocument/2006/relationships" id="258" r:id="Re0dbd71d66604ab3"/>
    <p:sldId xmlns:r="http://schemas.openxmlformats.org/officeDocument/2006/relationships" id="259" r:id="R394bd07d957f401b"/>
  </p:sldIdLst>
  <p:sldSz cx="12192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be477162d0436b" /><Relationship Type="http://schemas.openxmlformats.org/officeDocument/2006/relationships/slideMaster" Target="/ppt/slideMasters/slideMaster1.xml" Id="R009b4d97e7f848e0" /><Relationship Type="http://schemas.openxmlformats.org/officeDocument/2006/relationships/notesMaster" Target="/ppt/notesMasters/notesMaster1.xml" Id="R8a1e2d612d8e4005" /><Relationship Type="http://schemas.openxmlformats.org/officeDocument/2006/relationships/presProps" Target="/ppt/presProps.xml" Id="Rcfadc73d7e1942dd" /><Relationship Type="http://schemas.openxmlformats.org/officeDocument/2006/relationships/tableStyles" Target="/ppt/tableStyles.xml" Id="Radd1e517607f4c06" /><Relationship Type="http://schemas.openxmlformats.org/officeDocument/2006/relationships/slide" Target="/ppt/slides/slide1.xml" Id="R636321f8e7dd4798" /><Relationship Type="http://schemas.openxmlformats.org/officeDocument/2006/relationships/slide" Target="/ppt/slides/slide2.xml" Id="Rc3b7b77b9d6d423c" /><Relationship Type="http://schemas.openxmlformats.org/officeDocument/2006/relationships/slide" Target="/ppt/slides/slide3.xml" Id="Re0dbd71d66604ab3" /><Relationship Type="http://schemas.openxmlformats.org/officeDocument/2006/relationships/slide" Target="/ppt/slides/slide4.xml" Id="R394bd07d957f40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c26b7d698c42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0a63c2221c4fee" /><Relationship Type="http://schemas.openxmlformats.org/officeDocument/2006/relationships/notesMaster" Target="/ppt/notesMasters/notesMaster1.xml" Id="R006532607f204b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3aee885c7c47ba" /><Relationship Type="http://schemas.openxmlformats.org/officeDocument/2006/relationships/notesMaster" Target="/ppt/notesMasters/notesMaster1.xml" Id="R0fa61ae1a0364d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60bfe081124d76" /><Relationship Type="http://schemas.openxmlformats.org/officeDocument/2006/relationships/notesMaster" Target="/ppt/notesMasters/notesMaster1.xml" Id="Rf6ca3ad4c5e847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5493d64fc34dfb" /><Relationship Type="http://schemas.openxmlformats.org/officeDocument/2006/relationships/notesMaster" Target="/ppt/notesMasters/notesMaster1.xml" Id="R9331167afa944e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来源：136任务prompt；135审计；076、077、079冻结统计输出。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嵌入最终figure_section32_main.png。PDF和SVG保留文字矢量；400dpi PNG用于本页。A均产，B年际SD及Welch，C描述性相对变化。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嵌入最终figure_section32_annual.png。每年组内8seed均值之差，纵轴相同，无逐年检验。正差年数SY1、HL5、LC3、YC2、FQ7。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来源：figure_quality_check.md；section_3_2_with_figures_zh.md；table_section32_supplementary.csv；figure_captions.md。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f4e0565bb14b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3a9b1ca604449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81d82fd3f74e6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b839f3286d4ba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46ab8e14d440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8dee86fefa47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0FE474-D983-4F2C-B544-298656AFE6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3454400"/>
            <a:ext cx="9753600" cy="132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E6E571-1230-4F1E-B3FE-7B50D978AEE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5029200"/>
            <a:ext cx="85344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2B8B11-C392-4FDB-A81D-ADB880FD5C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3810000"/>
            <a:ext cx="97536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0B94BE-3F34-4F09-A2B0-6DCE58BF9C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11200"/>
            <a:ext cx="108204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2353890-47B1-4F90-A237-B3F15A3195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540000"/>
            <a:ext cx="10820400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949799-DD3F-470F-BF21-4DC1B4E5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11200"/>
            <a:ext cx="108204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F61A1D-DAAE-4A10-AEB4-A45727E79C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540000"/>
            <a:ext cx="5029200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7E8BC2-389A-499C-B6C7-70E192BFB1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2540000"/>
            <a:ext cx="5029200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212447-7907-4550-89BF-C4B9D8116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711200"/>
            <a:ext cx="108204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1485FC-551E-4B06-ACD3-E9D4102A62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540000"/>
            <a:ext cx="5029200" cy="568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c01ba4a162427f" /><Relationship Type="http://schemas.openxmlformats.org/officeDocument/2006/relationships/slideLayout" Target="/ppt/slideLayouts/slideLayout1.xml" Id="Rcf7bc902622f4a86" /><Relationship Type="http://schemas.openxmlformats.org/officeDocument/2006/relationships/slideLayout" Target="/ppt/slideLayouts/slideLayout2.xml" Id="Rf1b59bf0af974545" /><Relationship Type="http://schemas.openxmlformats.org/officeDocument/2006/relationships/slideLayout" Target="/ppt/slideLayouts/slideLayout3.xml" Id="R3ea05c4aadc44227" /><Relationship Type="http://schemas.openxmlformats.org/officeDocument/2006/relationships/slideLayout" Target="/ppt/slideLayouts/slideLayout4.xml" Id="R7c44f8b7b2eb4364" /><Relationship Type="http://schemas.openxmlformats.org/officeDocument/2006/relationships/slideLayout" Target="/ppt/slideLayouts/slideLayout5.xml" Id="R446ffb02d88d4fcb" /><Relationship Type="http://schemas.openxmlformats.org/officeDocument/2006/relationships/slideLayout" Target="/ppt/slideLayouts/slideLayout6.xml" Id="Rfd7c5f97c8924b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7bc902622f4a86"/>
    <p:sldLayoutId xmlns:r="http://schemas.openxmlformats.org/officeDocument/2006/relationships" id="2147483650" r:id="Rf1b59bf0af974545"/>
    <p:sldLayoutId xmlns:r="http://schemas.openxmlformats.org/officeDocument/2006/relationships" id="2147483651" r:id="R3ea05c4aadc44227"/>
    <p:sldLayoutId xmlns:r="http://schemas.openxmlformats.org/officeDocument/2006/relationships" id="2147483652" r:id="R7c44f8b7b2eb4364"/>
    <p:sldLayoutId xmlns:r="http://schemas.openxmlformats.org/officeDocument/2006/relationships" id="2147483653" r:id="R446ffb02d88d4fcb"/>
    <p:sldLayoutId xmlns:r="http://schemas.openxmlformats.org/officeDocument/2006/relationships" id="2147483654" r:id="Rfd7c5f97c8924b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a7c615da0430f" /><Relationship Type="http://schemas.openxmlformats.org/officeDocument/2006/relationships/notesSlide" Target="/ppt/notesSlides/notesSlide1.xml" Id="R457dc3e6f72247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e2d489edd34dcc" /><Relationship Type="http://schemas.openxmlformats.org/officeDocument/2006/relationships/image" Target="/ppt/media/image.png" Id="R72df3ae62b2e4508" /><Relationship Type="http://schemas.openxmlformats.org/officeDocument/2006/relationships/notesSlide" Target="/ppt/notesSlides/notesSlide2.xml" Id="R34dc4a4355424a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2d1587cb364ff5" /><Relationship Type="http://schemas.openxmlformats.org/officeDocument/2006/relationships/image" Target="/ppt/media/image2.png" Id="R8a80b48f7dbb479a" /><Relationship Type="http://schemas.openxmlformats.org/officeDocument/2006/relationships/notesSlide" Target="/ppt/notesSlides/notesSlide3.xml" Id="R15b3e620456640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92175f1b5b459e" /><Relationship Type="http://schemas.openxmlformats.org/officeDocument/2006/relationships/notesSlide" Target="/ppt/notesSlides/notesSlide4.xml" Id="R08b95100d611494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D529BC-8C0D-4811-B2EA-8E79BF3A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rPr>
              <a:t>图表目标与数据合同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156BC-CE2F-45A2-BD27-CA372FC1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2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rPr>
              <a:t>Results 3.2 图表记录   2026-10-31   1/4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628DB-64EC-42C5-9331-533C0AF3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7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7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7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7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7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7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7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7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7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7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66466"/>
                </a:solidFill>
                <a:latin typeface="Microsoft YaHei"/>
                <a:ea typeface="Microsoft YaHei"/>
                <a:cs typeface="Microsoft YaHei"/>
              </a:rPr>
              <a:t>FIGURES_READY_WITH_CAVEATS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22E66-4F24-4A4A-B1C3-5EF6BCDD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953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只比较历史训练H与天气增强A</a:t>
            </a:r>
          </a:p>
          <a:p xmlns:a="http://schemas.openxmlformats.org/drawingml/2006/main">
            <a: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五站，每组8seed，共同评价2014—2023年</a:t>
            </a:r>
          </a:p>
          <a:p xmlns:a="http://schemas.openxmlformats.org/drawingml/2006/main">
            <a: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保持已审计Bootstrap区间与Welch敏感性结果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3CAAF-64C2-4A43-9565-9021DA9A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53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主图：平均产量、年际SD、资源管理权衡</a:t>
            </a:r>
          </a:p>
          <a:p xmlns:a="http://schemas.openxmlformats.org/drawingml/2006/main">
            <a: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补充图：全部十年，统一纵轴，不平滑</a:t>
            </a:r>
          </a:p>
          <a:p xmlns:a="http://schemas.openxmlformats.org/drawingml/2006/main">
            <a: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补充表：五站 × 六指标，保留单位与有效口径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D23AC-F59C-4EE3-BB81-564E0677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628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不训练、不模拟、不重算区间、不改变结论</a:t>
            </a:r>
          </a:p>
        </p:txBody>
      </p:sp>
    </p:spTree>
    <p:extLst>
      <p:ext uri="{BB962C8B-B14F-4D97-AF65-F5344CB8AC3E}">
        <p14:creationId xmlns:p14="http://schemas.microsoft.com/office/powerpoint/2010/main" val="2104044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E7786-5488-402E-95EB-DAA1D79E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rPr>
              <a:t>Figure X：三类证据的互补展示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B4D56-EEE0-43C4-B866-70371ABE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2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rPr>
              <a:t>Results 3.2 图表记录   2026-10-31   2/4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553C43-3B80-4FE2-BAA6-C108B2B543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f3ae62b2e4508"/>
          <a:stretch xmlns:a="http://schemas.openxmlformats.org/drawingml/2006/main"/>
        </p:blipFill>
        <p:spPr>
          <a:xfrm xmlns:a="http://schemas.openxmlformats.org/drawingml/2006/main">
            <a:off x="1796143" y="1047750"/>
            <a:ext cx="8599714" cy="752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6729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83888-A952-4D8A-83B5-AD81E8BB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rPr>
              <a:t>Figure Sx：十年年度差异全部保留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DB2BE-3006-4D52-AF86-ACBE1E6B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2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rPr>
              <a:t>Results 3.2 图表记录   2026-10-31   3/4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FD7D5-399B-473E-A2CC-591562FDE1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0b48f7dbb479a"/>
          <a:stretch xmlns:a="http://schemas.openxmlformats.org/drawingml/2006/main"/>
        </p:blipFill>
        <p:spPr>
          <a:xfrm xmlns:a="http://schemas.openxmlformats.org/drawingml/2006/main">
            <a:off x="609600" y="1193850"/>
            <a:ext cx="10953750" cy="699442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4658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822B4-CBA0-4F73-892A-0339754D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2334E"/>
                </a:solidFill>
                <a:latin typeface="Microsoft YaHei"/>
                <a:ea typeface="Microsoft YaHei"/>
                <a:cs typeface="Microsoft YaHei"/>
              </a:rPr>
              <a:t>图表检查与论文引用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89AB7-3CD4-4244-962B-C7D98FCB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2490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8798C"/>
                </a:solidFill>
                <a:latin typeface="Microsoft YaHei"/>
                <a:ea typeface="Microsoft YaHei"/>
                <a:cs typeface="Microsoft YaHei"/>
              </a:rPr>
              <a:t>Results 3.2 图表记录   2026-10-31   4/4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BEC44-EA3E-4C5E-B57F-98A87E52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95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正文第一段：Figure X A</a:t>
            </a:r>
          </a:p>
          <a:p xmlns:a="http://schemas.openxmlformats.org/drawingml/2006/main">
            <a: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第二段：Figure X C及Table Sx</a:t>
            </a:r>
          </a:p>
          <a:p xmlns:a="http://schemas.openxmlformats.org/drawingml/2006/main">
            <a: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第三段：Figure Sx</a:t>
            </a:r>
          </a:p>
          <a:p xmlns:a="http://schemas.openxmlformats.org/drawingml/2006/main">
            <a:pPr>
              <a:def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第四段：Figure X B及Table 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A28FC-3C5A-48B9-90FD-46BCD7A3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5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检查通过：30条统计表、50条年度差值</a:t>
            </a:r>
          </a:p>
          <a:p xmlns:a="http://schemas.openxmlformats.org/drawingml/2006/main">
            <a: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PDF/SVG矢量、400dpi PNG，英文图注与源数据</a:t>
            </a:r>
          </a:p>
          <a:p xmlns:a="http://schemas.openxmlformats.org/drawingml/2006/main">
            <a:pPr>
              <a:def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5364A"/>
                </a:solidFill>
                <a:latin typeface="Microsoft YaHei"/>
                <a:ea typeface="Microsoft YaHei"/>
                <a:cs typeface="Microsoft YaHei"/>
              </a:rPr>
              <a:t>数值可追溯，H/A未混入预报组，无星号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BF07A-01DE-4B44-AA44-2BA30A1D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0"/>
            <a:ext cx="1095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rPr>
              <a:t>保留限制：固定十年、8seed、多重比较未校正</a:t>
            </a:r>
          </a:p>
          <a:p xmlns:a="http://schemas.openxmlformats.org/drawingml/2006/main">
            <a:pPr>
              <a:defRPr sz="21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rPr>
              <a:t>HL区间排零对方法敏感；天气来源限制仍适用</a:t>
            </a:r>
          </a:p>
          <a:p xmlns:a="http://schemas.openxmlformats.org/drawingml/2006/main">
            <a:pPr>
              <a:defRPr sz="21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C562B"/>
                </a:solidFill>
                <a:latin typeface="Microsoft YaHei"/>
                <a:ea typeface="Microsoft YaHei"/>
                <a:cs typeface="Microsoft YaHei"/>
              </a:rPr>
              <a:t>目标期刊未指定，最终版式需按其要求调整</a:t>
            </a:r>
          </a:p>
        </p:txBody>
      </p:sp>
    </p:spTree>
    <p:extLst>
      <p:ext uri="{BB962C8B-B14F-4D97-AF65-F5344CB8AC3E}">
        <p14:creationId xmlns:p14="http://schemas.microsoft.com/office/powerpoint/2010/main" val="1585423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2026-10-31T10:37:41.8510000Z</dcterms:created>
  <dcterms:modified xsi:type="dcterms:W3CDTF">2026-10-31T10:37:41.8510000Z</dcterms:modified>
</coreProperties>
</file>