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Microsoft YaHei"/>
              </a:defRPr>
            </a:pPr>
            <a:r>
              <a:t>Season cap sensitivity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000000"/>
                </a:solidFill>
                <a:latin typeface="Microsoft YaHei"/>
              </a:defRPr>
            </a:pPr>
            <a:r>
              <a:t>本阶段是 action safety cap 的技术诊断。</a:t>
            </a:r>
          </a:p>
          <a:p>
            <a:pPr>
              <a:defRPr sz="1700">
                <a:solidFill>
                  <a:srgbClr val="000000"/>
                </a:solidFill>
                <a:latin typeface="Microsoft YaHei"/>
              </a:defRPr>
            </a:pPr>
            <a:r>
              <a:t>不训练无 safety PPO，不修改 reward，不做多 seed，不覆盖前面结果。</a:t>
            </a:r>
          </a:p>
          <a:p>
            <a:pPr>
              <a:defRPr sz="1700">
                <a:solidFill>
                  <a:srgbClr val="000000"/>
                </a:solidFill>
                <a:latin typeface="Microsoft YaHei"/>
              </a:defRPr>
            </a:pPr>
            <a:r>
              <a:t>目标是判断 PPO 是否被 season cap 主导。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Microsoft YaHei"/>
              </a:defRPr>
            </a:pPr>
            <a:r>
              <a:t>Cap vs budget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000000"/>
                </a:solidFill>
                <a:latin typeface="Microsoft YaHei"/>
              </a:defRPr>
            </a:pPr>
            <a:r>
              <a:t>Action safety cap: 限制单季总灌水/总施肥，是训练安全约束。</a:t>
            </a:r>
          </a:p>
          <a:p>
            <a:pPr>
              <a:defRPr sz="1700">
                <a:solidFill>
                  <a:srgbClr val="000000"/>
                </a:solidFill>
                <a:latin typeface="Microsoft YaHei"/>
              </a:defRPr>
            </a:pPr>
            <a:r>
              <a:t>Rainfall-scaling budget scenario: 改变降雨或水资源情景，是气象情景实验。</a:t>
            </a:r>
          </a:p>
          <a:p>
            <a:pPr>
              <a:defRPr sz="1700">
                <a:solidFill>
                  <a:srgbClr val="000000"/>
                </a:solidFill>
                <a:latin typeface="Microsoft YaHei"/>
              </a:defRPr>
            </a:pPr>
            <a:r>
              <a:t>两者不是同一个实验，cap 敏感性应先于正式 budget scenario。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Microsoft YaHei"/>
              </a:defRPr>
            </a:pPr>
            <a:r>
              <a:t>Experimental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000000"/>
                </a:solidFill>
                <a:latin typeface="Microsoft YaHei"/>
              </a:defRPr>
            </a:pPr>
            <a:r>
              <a:t>五组 cap: 100/150, 150/225, 200/300, 250/375, 300/450。</a:t>
            </a:r>
          </a:p>
          <a:p>
            <a:pPr>
              <a:defRPr sz="1700">
                <a:solidFill>
                  <a:srgbClr val="000000"/>
                </a:solidFill>
                <a:latin typeface="Microsoft YaHei"/>
              </a:defRPr>
            </a:pPr>
            <a:r>
              <a:t>每站只使用前一阶段 best policy 的 train_year。</a:t>
            </a:r>
          </a:p>
          <a:p>
            <a:pPr>
              <a:defRPr sz="1700">
                <a:solidFill>
                  <a:srgbClr val="000000"/>
                </a:solidFill>
                <a:latin typeface="Microsoft YaHei"/>
              </a:defRPr>
            </a:pPr>
            <a:r>
              <a:t>运行顺序: HLA pilot -&gt; SYA -&gt; LCA -&gt; FQA -&gt; YCA。</a:t>
            </a:r>
          </a:p>
          <a:p>
            <a:pPr>
              <a:defRPr sz="1700">
                <a:solidFill>
                  <a:srgbClr val="000000"/>
                </a:solidFill>
                <a:latin typeface="Microsoft YaHei"/>
              </a:defRPr>
            </a:pPr>
            <a:r>
              <a:t>FQA/YCA 标记为 limited two-year cross validation。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Microsoft YaHei"/>
              </a:defRPr>
            </a:pPr>
            <a:r>
              <a:t>Run status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914400"/>
          <a:ext cx="115214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880360"/>
                <a:gridCol w="2880360"/>
                <a:gridCol w="2880360"/>
              </a:tblGrid>
              <a:tr h="79248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station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models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evaluations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passed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10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HLA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15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15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LCA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20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SYA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15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15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YCA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10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Microsoft YaHei"/>
              </a:defRPr>
            </a:pPr>
            <a:r>
              <a:t>Cap saturation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914400"/>
          <a:ext cx="115214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880360"/>
                <a:gridCol w="2880360"/>
                <a:gridCol w="2880360"/>
              </a:tblGrid>
              <a:tr h="52832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station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cap_name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irrigation_ratio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n_ratio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cap_current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1.000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cap_high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1.000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1.000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cap_low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1.000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cap_mid_high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1.000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1.000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cap_mid_low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1.000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HLA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cap_current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1.000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1.000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HLA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cap_high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1.000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HLA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cap_low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1.000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1.000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Microsoft YaHei"/>
              </a:defRPr>
            </a:pPr>
            <a:r>
              <a:t>Current 200/300 cap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914400"/>
          <a:ext cx="115214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  <a:gridCol w="1920240"/>
                <a:gridCol w="1920240"/>
              </a:tblGrid>
              <a:tr h="79248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station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mean_yield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mean_reward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mean_irrigation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mean_n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limited_data_flag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6449.15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90.10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200.00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300.00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HLA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7122.66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84.60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200.00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300.00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LCA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8790.05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136.05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200.00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300.00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SYA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10252.54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102.55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200.00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300.00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YCA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8748.50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148.76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200.00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300.00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Microsoft YaHei"/>
              </a:defRPr>
            </a:pPr>
            <a:r>
              <a:t>Marginal yield response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914400"/>
          <a:ext cx="115214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880360"/>
                <a:gridCol w="2880360"/>
                <a:gridCol w="2880360"/>
              </a:tblGrid>
              <a:tr h="52832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station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cap_name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delta_yield_from_previous_cap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yield_gain_per_100mm_irrigation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cap_low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nan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cap_mid_low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279.55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559.10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cap_current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10.51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21.01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cap_mid_high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168.48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336.95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cap_high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5.90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11.80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HLA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cap_low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nan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nan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HLA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cap_mid_low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1440.85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2881.69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HLA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cap_current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241.09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Microsoft YaHei"/>
                        </a:rPr>
                        <a:t>482.18</a:t>
                      </a:r>
                    </a:p>
                  </a:txBody>
                  <a:tcPr>
                    <a:solidFill>
                      <a:srgbClr val="E6EC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Microsoft YaHei"/>
              </a:defRPr>
            </a:pPr>
            <a:r>
              <a:t>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000000"/>
                </a:solidFill>
                <a:latin typeface="Microsoft YaHei"/>
              </a:defRPr>
            </a:pPr>
            <a:r>
              <a:t>All tested caps saturated: True</a:t>
            </a:r>
          </a:p>
          <a:p>
            <a:pPr>
              <a:defRPr sz="1700">
                <a:solidFill>
                  <a:srgbClr val="000000"/>
                </a:solidFill>
                <a:latin typeface="Microsoft YaHei"/>
              </a:defRPr>
            </a:pPr>
            <a:r>
              <a:t>200/300 不能直接解释为最终最优管理。</a:t>
            </a:r>
          </a:p>
          <a:p>
            <a:pPr>
              <a:defRPr sz="1700">
                <a:solidFill>
                  <a:srgbClr val="000000"/>
                </a:solidFill>
                <a:latin typeface="Microsoft YaHei"/>
              </a:defRPr>
            </a:pPr>
            <a:r>
              <a:t>如果所有 cap 都被打满，应优先修正 reward 成本项或明确采用固定 cap 情景。</a:t>
            </a:r>
          </a:p>
          <a:p>
            <a:pPr>
              <a:defRPr sz="1700">
                <a:solidFill>
                  <a:srgbClr val="000000"/>
                </a:solidFill>
                <a:latin typeface="Microsoft YaHei"/>
              </a:defRPr>
            </a:pPr>
            <a:r>
              <a:t>多 seed 稳定性分析建议放在 cap/cost 设计稳定之后。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