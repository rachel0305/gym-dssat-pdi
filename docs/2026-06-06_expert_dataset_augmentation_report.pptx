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006_12 Expert dataset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目标：先扩充 expert schedules，再决定是否回到 constrained PPO。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不做 PPO multi-seed，不进入 rainfall-scaling，不覆盖 006_08 到 006_11。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Selected schedules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13258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selected_schedules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HLA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LCA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Action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10"/>
              </a:tblGrid>
              <a:tr h="17678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station_years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schedules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nonzero_irrigation_rows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nonzero_n_rows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unique_irrigation_amounts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unique_n_amounts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mean_positive_irrigation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mean_positive_n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00609_original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107.1429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00612_augmented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19500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98.8095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Policy gate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eval_count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passes_gate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BC_mlp_regressor_augmented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2059.4187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20.5942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BC_random_forest_regressor_augmented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6503.2767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81.8291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44.5755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BC_two_stage_classifier_regressor_augmented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6273.5947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43.9859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BC_two_stage_classifier_regressor_original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42.5248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best_expert_schedule_replay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8225.2271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44.7523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Recommendation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2651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next_step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BC_random_forest_regressor_augmented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augmented_learned_policy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can_consider_00613_constrained_ppo_multiseed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Rainfall-scaling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Constrained PPO multi-seed can be considered only with the recommended augmented prior.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Rainfall-scaling remains premature because augmented irrigation labels are still sparse.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Next water-stress work should add irrigation-responsive expert schedules before stress-scenario RL.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