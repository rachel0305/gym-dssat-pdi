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006_10 Constrained PPO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主 prior: BC_two_stage_classifier_regressor。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测试 FT0/FT1/FT2/FT3，seed=0，只做 HLA/SYA/LCA。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目标：避免 300/450 饱和，同时保持 yield/profit。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Method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03"/>
                <a:gridCol w="1047410"/>
              </a:tblGrid>
              <a:tr h="106070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finetune_method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eval_count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mean_profit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mean_yield_loss_vs_ppo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mean_bc_deviation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max_i_sat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max_n_sat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profit_gap_vs_bc_two_stage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FT0_BC_two_stage_replay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4447.8684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30.4787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0.3531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0.1778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-12.0461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FT1_bc_penalty_lambda_0p5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8554.6497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-132.4281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212.3623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447.1737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-0.2442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0.0464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-174.9529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FT2_residual_bc_prior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5075.0034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-2.2712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74.8013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62.4825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0.2619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-44.796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FT3_budget_guardrail_100_200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8557.4186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-14.4258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-0.2446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0.0257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0.3333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0.4444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-56.9506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Recommended method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0"/>
              </a:tblGrid>
              <a:tr h="2651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No method passed all 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若没有 fine-tuned PPO 同时通过投入、产量和 profit gate，不进入 multi-seed。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rainfall-scaling budget scenario 仍应等 constrained 方法稳定之后再进入。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不要把本阶段结果写成最终 RL 策略。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