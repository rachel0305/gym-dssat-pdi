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Phase 2c 实测生育期降雨诊断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目标：使用实测 planting_date -&gt; harvest_date 替代 Phase 2b fallback。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范围：只诊断真实试验年份，不训练 PPO，不修改 reward。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Phase 2b 的 planting + 150 days 是临时窗口。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Phase 2c 使用实测播种、吐丝、成熟、收获日期。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本阶段判断真实试验年份是否足以代表降雨梯度。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输入数据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实测物候：observed_phenology_dates.csv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天气：weather_clean_qc/*_weather_cleaned_qc.csv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对比：selected_years_qc.csv 与 Phase 2b 报告。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完整窗口：planting_date -&gt; harvest_date。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成熟窗口：planting_date -&gt; mature_date。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差异：harvest_window_rain - mature_window_rain。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日期 QC 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station_code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harvest_window_days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phenology_qc_flag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天气 RAIN QC 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station_code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weather_days_expected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weather_days_available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rain_qc_flag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Harvest-window RAIN 对比</a:t>
            </a:r>
          </a:p>
        </p:txBody>
      </p:sp>
      <p:pic>
        <p:nvPicPr>
          <p:cNvPr id="3" name="Picture 2" descr="phase2c_harvest_window_rain_by_station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953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Mature-window 与 Harvest-window 对比</a:t>
            </a:r>
          </a:p>
        </p:txBody>
      </p:sp>
      <p:pic>
        <p:nvPicPr>
          <p:cNvPr id="3" name="Picture 2" descr="phase2c_mature_vs_harvest_window_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953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生育期长度</a:t>
            </a:r>
          </a:p>
        </p:txBody>
      </p:sp>
      <p:pic>
        <p:nvPicPr>
          <p:cNvPr id="3" name="Picture 2" descr="phase2c_planting_to_harvest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953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Phase 2b 代表年份对比</a:t>
            </a:r>
          </a:p>
        </p:txBody>
      </p:sp>
      <p:pic>
        <p:nvPicPr>
          <p:cNvPr id="3" name="Picture 2" descr="phase2b_fallback_representative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953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真实年份降雨排序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station_code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harvest_window_rain_mm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observed_rain_label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can_use_relative_low_mid_high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221.8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observed_lower_rain_year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observed_higher_rain_year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345.6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489.5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288.5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300.9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357.1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observed_intermediate_rain_year_3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417.1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331.8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424.1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649.4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是否足以代表低雨/中雨/高雨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至少 3 个真实年份且降雨跨度明显的站点，可作为 observed years 内部相对候选。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只有 2 年记录的站点不能强行命名为中雨年。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这些候选不代表 2000-2022 长期气候分位数。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推荐下一步 smoke test 年份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station_code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observed_rain_label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recommended_for_smoke_test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observed_lower_rain_year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observed_higher_rain_year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observed_intermediate_rain_year_3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observed_mid_rain_year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observed_high_rain_year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后续情景方案建议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observed_year_smoke_test：NullAgent 与固定低/中/高氮策略。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historical_weather_substitution_scenario：固定真实试验管理，替换历史代表年天气。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rainfall_scaling_sensitivity_scenario：RAIN x 0.6/0.8/1.0/1.2/1.4。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文件输出和 GitHub 备份说明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本阶段文件已本地生成。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是否提交/推送 GitHub 需要用户确认，当前未自动 push。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关键文件位于 data/、docs/、scripts/、Leave_One_experiments/year_classification/ 和 figures/。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