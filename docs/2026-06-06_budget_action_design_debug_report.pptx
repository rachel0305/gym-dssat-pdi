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006_07 Budget/Event Action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Microsoft YaHei"/>
              </a:defRPr>
            </a:pPr>
            <a:r>
              <a:t>目标：从每日动作过滤转向显式季节预算、固定事件和阶段预算动作。</a:t>
            </a:r>
          </a:p>
          <a:p>
            <a:pPr>
              <a:defRPr sz="1500">
                <a:latin typeface="Microsoft YaHei"/>
              </a:defRPr>
            </a:pPr>
            <a:r>
              <a:t>约束：HLA 2011 pilot；action safety；不改原始 reward/my_data。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Why D/E/F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Microsoft YaHei"/>
              </a:defRPr>
            </a:pPr>
            <a:r>
              <a:t>A7/A10/A15 和窗口门控仍然打满 300/450。</a:t>
            </a:r>
          </a:p>
          <a:p>
            <a:pPr>
              <a:defRPr sz="1500">
                <a:latin typeface="Microsoft YaHei"/>
              </a:defRPr>
            </a:pPr>
            <a:r>
              <a:t>这说明减少动作机会不够，需要让 PPO 直接选择总预算或关键事件量。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Implemented Designs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Microsoft YaHei"/>
              </a:defRPr>
            </a:pPr>
            <a:r>
              <a:t>D：第一天选择季节水氮预算，按固定比例释放。</a:t>
            </a:r>
          </a:p>
          <a:p>
            <a:pPr>
              <a:defRPr sz="1500">
                <a:latin typeface="Microsoft YaHei"/>
              </a:defRPr>
            </a:pPr>
            <a:r>
              <a:t>E：只在 DAP 1/25/30/50/60/75 固定事件日决策。</a:t>
            </a:r>
          </a:p>
          <a:p>
            <a:pPr>
              <a:defRPr sz="1500">
                <a:latin typeface="Microsoft YaHei"/>
              </a:defRPr>
            </a:pPr>
            <a:r>
              <a:t>F：在阶段开始日选择阶段预算。</a:t>
            </a:r>
          </a:p>
          <a:p>
            <a:pPr>
              <a:defRPr sz="1500">
                <a:latin typeface="Microsoft YaHei"/>
              </a:defRPr>
            </a:pPr>
            <a:r>
              <a:t>D/E plus profit 使用 episode-level profit reward。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Yield vs Input</a:t>
            </a:r>
          </a:p>
        </p:txBody>
      </p:sp>
      <p:pic>
        <p:nvPicPr>
          <p:cNvPr id="3" name="Picture 2" descr="budget_action_yield_vs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789920" cy="58854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Saturation Ratio</a:t>
            </a:r>
          </a:p>
        </p:txBody>
      </p:sp>
      <p:pic>
        <p:nvPicPr>
          <p:cNvPr id="3" name="Picture 2" descr="budget_action_saturation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789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Yield Loss vs Input Reduction</a:t>
            </a:r>
          </a:p>
        </p:txBody>
      </p:sp>
      <p:pic>
        <p:nvPicPr>
          <p:cNvPr id="3" name="Picture 2" descr="budget_action_yield_loss_vs_input_re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789920" cy="58854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Safe Trigger Days</a:t>
            </a:r>
          </a:p>
        </p:txBody>
      </p:sp>
      <p:pic>
        <p:nvPicPr>
          <p:cNvPr id="3" name="Picture 2" descr="budget_action_safe_trigger_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789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SWFAC and NSTRES</a:t>
            </a:r>
          </a:p>
        </p:txBody>
      </p:sp>
      <p:pic>
        <p:nvPicPr>
          <p:cNvPr id="3" name="Picture 2" descr="budget_action_swfac_nst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789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Microsoft YaHei"/>
              </a:defRPr>
            </a:pPr>
            <a:r>
              <a:t>推荐 design：None。</a:t>
            </a:r>
          </a:p>
          <a:p>
            <a:pPr>
              <a:defRPr sz="1500">
                <a:latin typeface="Microsoft YaHei"/>
              </a:defRPr>
            </a:pPr>
            <a:r>
              <a:t>如果 D/E/F 仍失败，下一步应转向 imitation learning、offline schedule search、Bayesian optimization 或 DSSAT scenario ensemble。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