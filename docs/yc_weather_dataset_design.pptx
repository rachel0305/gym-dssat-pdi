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 天气增强数据集设计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设计/小样本证据，非 PPO 训练结果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935224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3291840"/>
            <a:ext cx="2002536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YC/YCA only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520440" y="27889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2935224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85032" y="3291840"/>
            <a:ext cx="2002536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055_00 保持冻结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09360" y="27889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935224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3291840"/>
            <a:ext cx="2002536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历史年抽样 ≠ WGEN 增强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098280" y="27889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2935224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62872" y="3291840"/>
            <a:ext cx="2002536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 + PPTX + manifest + 质量摘要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0080" y="614476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codex/sya-forecast-freeze-2026-08-16   |   Starting HEAD: 523588e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已确认事实：当前 055_00 天气链路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920240"/>
            <a:ext cx="2414016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2004-2013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代码证实 + 运行证实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56362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76472" y="1920240"/>
            <a:ext cx="2414016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2014-2023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代码证实 + 运行证实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156362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3992" y="1920240"/>
            <a:ext cx="2414016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尚未冻结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不能推断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646920" y="141732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1512" y="156362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WGEN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11512" y="1920240"/>
            <a:ext cx="1591056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当前未启用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YC .CLI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episode 天气变化来自训练年份历史 WTH 抽样，而不是同一年内随机生成天气。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env_args 显式 random_weather=false；auxiliary_file_paths 为 cultivar、WTH、soil。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审计渲染样例为 CNYC0401.WTH；WSTA 与天气文件路径已记录。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路线比较：A/B/C 不混淆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17904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| gym-DSSAT WGEN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874520"/>
            <a:ext cx="3191256" cy="2907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状态：当前阻塞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原因：YC lowIC 无已验证 .CLI；不能手写参数或泄漏默认气候。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优点：DSSAT 原生支持。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下一步：只用训练年估计 .CLI 并 smoke。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517904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| Python 文献生成器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07992" y="1874520"/>
            <a:ext cx="3191256" cy="2907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状态：设计阶段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依据：Richardson/WGEN 类模型。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风险：repo 内尚无冻结 YC 实现、参数 artifact 和 seed contract。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下一步：003 做 3-5 文件 pilot。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517904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| 217YCA 场景库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11312" y="1874520"/>
            <a:ext cx="3191256" cy="2907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状态：有限可行证据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已有：manifest、hash、DSSAT 物理门控。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限制：不是统计天气生成器，只是降雨窗口压力场景。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可用于：manifest 演练和 003 smoke 设计。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257800" y="5559552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560984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首选：先 003 小试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设计：先让每个天气文件可追溯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3931920"/>
        </p:xfrm>
        <a:graphic>
          <a:graphicData uri="http://schemas.openxmlformats.org/drawingml/2006/table">
            <a:tbl>
              <a:tblPr/>
              <a:tblGrid>
                <a:gridCol w="1920240"/>
                <a:gridCol w="891540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scenario_id, site, station_code, split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source_years, generator_name, generator_version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ppo_seed, weather_selection_seed, weather_generation_seed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weather_file, file_sha256, climate_parameter_file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parameters_hash, generation_config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validation_status, leakage_status, dssat_smoke_source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13232" y="566928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清单文件：results/yc_weather_dataset_design/yc_weather_manifest_schema.csv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随机源拆分：不能让 seed=0 掩盖共用 RNG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5506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ppo_seed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2011680"/>
            <a:ext cx="2688336" cy="12161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初始化、rollout、动作采样。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055_00 保持不动。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65506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weather_selection_seed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2011680"/>
            <a:ext cx="2688336" cy="12161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选择训练年、场景顺序或 bootstrap 来源。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必须可复现选择过程。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321040" y="150876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65506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weather_generation_seed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85632" y="2011680"/>
            <a:ext cx="2688336" cy="12161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生成器随机抽样。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hash 必须一致；不同 seed 要有可测差异。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legacy 路径记录 ppo_seed=0 与 weather_seed=0，但 001 诊断显示并未独立拆分。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 应新增独立配置字段，不悄悄改变 055_00 的历史抽样序列。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小样本证据：复用 217YCA 五个训练年情景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0" y="1435608"/>
            <a:ext cx="6217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435608"/>
            <a:ext cx="5407996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417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678.4 mm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30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early_dry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2148840"/>
            <a:ext cx="6217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148840"/>
            <a:ext cx="4875487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21305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611.6 mm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8437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mid_dry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2862072"/>
            <a:ext cx="6217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862072"/>
            <a:ext cx="46554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2843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584 mm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557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late_dry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3575304"/>
            <a:ext cx="6217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575304"/>
            <a:ext cx="514174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3557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645 mm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270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early_wet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4288536"/>
            <a:ext cx="62179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4288536"/>
            <a:ext cx="594130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270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745.3 mm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5212080"/>
            <a:ext cx="10241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358384"/>
            <a:ext cx="9912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5715000"/>
            <a:ext cx="9912096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5 个文件来自现有 217YCA 确定性降雨窗口场景库；可作为 manifest 和 smoke 证据，不是新随机合成天气，也不能证明 PPO 改善。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质量门槛：天气、统计、DSSAT 三层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天气文件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1828800"/>
            <a:ext cx="3054096" cy="331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WTH 可解析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雨量/辐射非负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TMAX &gt;= TMIN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日历/闰年一致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WSTA 与文件名匹配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hash 持久化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472184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9432" y="1828800"/>
            <a:ext cx="3054096" cy="331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月降水总量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雨日比例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最长连续无雨天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季节温度/辐射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变量相关性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72184"/>
            <a:ext cx="3054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DSSAT smoke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48472" y="1828800"/>
            <a:ext cx="3054096" cy="331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能读取 WTH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完成季节并成熟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日志雨量匹配 WTH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产量/物候无明显异常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不等于最终农业有效性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执行结果：完成与未完成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80744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737360"/>
            <a:ext cx="4882896" cy="2907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核查 055_00 数据划分与当前 weather path。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输出 manifest schema、路线比较、五样本 manifest。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复用 217YCA 物理门控作为有限可行证据。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检查临时目录并全部保留。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380744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未完成（按 prompt 要求停止）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8232" y="1737360"/>
            <a:ext cx="4882896" cy="2907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没有新建随机合成 WTH。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没有 stochastic fixed/different seed 复现实验。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没有新 DSSAT smoke。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没有 PPO 训练。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原因：repo 内尚无已验证 YC 统计天气生成器；不能用随意扰动伪装生成器。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 | YC weather dataset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003 最小工作建议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test split：不要从现有验证年事后推断。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三选一：若做统计生成器，先冻结参数 artifact。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只生成 3-5 个 pilot WTH，放入新 YC 专属目录。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证明固定 weather_generation_seed hash 一致，不同 seed 有可测差异。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 DSSAT reset/单季 smoke，不启动 PPO。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 gate 通过后再创建新实验 id，保持 055_00 冻结。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26280" y="5715000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57652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下一步：天气 gate，不是训练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gym-dssat-pdi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YC weather dataset design</dc:title>
  <dc:subject>YC weather dataset design and feasibility verification</dc:subject>
  <dc:creator>Codex</dc:creator>
  <cp:lastModifiedBy>Codex</cp:lastModifiedBy>
  <cp:revision>1</cp:revision>
  <dcterms:created xsi:type="dcterms:W3CDTF">2026-09-22T14:32:29Z</dcterms:created>
  <dcterms:modified xsi:type="dcterms:W3CDTF">2026-09-22T14:32:29Z</dcterms:modified>
</cp:coreProperties>
</file>