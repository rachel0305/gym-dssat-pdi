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006_13 Multiseed constrained PPO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Prior: BC_random_forest_regressor_augmented.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Seeds: [0, 1, 2]; sites: HLA, SYA, LCA.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Methods: MS0 prior replay, MS1 residual, MS2 strict guardrail.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Method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</a:tblGrid>
              <a:tr h="13258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mean_profit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mean_irrigation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mean_yield_loss_vs_ppo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failure_rate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cap_regression_rate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MS0_augmented_RF_prior_replay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6500.5829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44.259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82.9872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MS1_residual_augmented_RF_prior_strict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6462.8087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34.2437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17.2507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87.0362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0.0601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MS2_guardrail_augmented_RF_100_200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8498.0336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-15.0197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-0.2359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Policy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6629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policy_type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policy_name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eval_count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mean_irrigation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mean_profit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baseline_or_prior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best_expert_schedule_replay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8225.2271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44.7523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baseline_or_prior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BC_random_forest_regressor_augmented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6503.2767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81.8291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44.5755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baseline_or_prior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BC_two_stage_classifier_regressor_original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8091.8537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153.575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42.5248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multiseed_constrained_ppo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MS0_augmented_RF_prior_replay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6503.2767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81.8291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44.5755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multiseed_constrained_ppo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MS1_residual_augmented_RF_prior_strict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6435.6918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16.2374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84.6443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35.0771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multiseed_constrained_ppo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MS2_guardrail_augmented_RF_100_200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8529.1433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-14.7086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ppo_cap_saturated_baseline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old_ppo_cap_saturated_baseline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6875.8716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-193.7413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Recommendation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2651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sites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site_pass_count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mean_profit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mean_irrigation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mean_yield_loss_vs_ppo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failure_rate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cap_regression_rate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cv_yield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passes_gate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next_step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MS0_augmented_RF_prior_replay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6500.5829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44.259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82.9872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retain_augmented_rf_prior_as_current_best_profit_policy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do_not_enter_rainfall_scaling; run_irrigation_responsive_expert_search_and_fix_HLA_yield_gap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Next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Do not enter rainfall-scaling only because PPO is stable.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If irrigation remains near zero, prioritize irrigation-responsive expert search.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Extend seeds 3/4 only after reviewing this first batch.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