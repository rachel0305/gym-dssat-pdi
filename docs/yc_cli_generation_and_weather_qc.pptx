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3ab4e1fe184fe6" /><Relationship Type="http://schemas.openxmlformats.org/officeDocument/2006/relationships/extended-properties" Target="/docProps/app.xml" Id="R8293fdaec7984bc9" /><Relationship Type="http://schemas.openxmlformats.org/officeDocument/2006/relationships/officeDocument" Target="/ppt/presentation.xml" Id="R74ac09667912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b79b310044021"/>
  </p:sldMasterIdLst>
  <p:notesMasterIdLst>
    <p:notesMasterId xmlns:r="http://schemas.openxmlformats.org/officeDocument/2006/relationships" r:id="R43a6a2e91a2343f6"/>
  </p:notesMasterIdLst>
  <p:sldIdLst>
    <p:sldId xmlns:r="http://schemas.openxmlformats.org/officeDocument/2006/relationships" id="256" r:id="R20ca5477f8354fdf"/>
    <p:sldId xmlns:r="http://schemas.openxmlformats.org/officeDocument/2006/relationships" id="257" r:id="R3e078bc689524c58"/>
    <p:sldId xmlns:r="http://schemas.openxmlformats.org/officeDocument/2006/relationships" id="258" r:id="R3b65f31fd5b54559"/>
    <p:sldId xmlns:r="http://schemas.openxmlformats.org/officeDocument/2006/relationships" id="259" r:id="R52ca24f1c5014fa1"/>
    <p:sldId xmlns:r="http://schemas.openxmlformats.org/officeDocument/2006/relationships" id="260" r:id="R394fd375b4894532"/>
    <p:sldId xmlns:r="http://schemas.openxmlformats.org/officeDocument/2006/relationships" id="261" r:id="R61b1b2c72d054739"/>
    <p:sldId xmlns:r="http://schemas.openxmlformats.org/officeDocument/2006/relationships" id="262" r:id="Rec70352376e34226"/>
    <p:sldId xmlns:r="http://schemas.openxmlformats.org/officeDocument/2006/relationships" id="263" r:id="Rb5c992fc218947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05860381a42b7" /><Relationship Type="http://schemas.openxmlformats.org/officeDocument/2006/relationships/slideMaster" Target="/ppt/slideMasters/slideMaster1.xml" Id="R12ab79b310044021" /><Relationship Type="http://schemas.openxmlformats.org/officeDocument/2006/relationships/notesMaster" Target="/ppt/notesMasters/notesMaster1.xml" Id="R43a6a2e91a2343f6" /><Relationship Type="http://schemas.openxmlformats.org/officeDocument/2006/relationships/presProps" Target="/ppt/presProps.xml" Id="Ra5a8230d53254619" /><Relationship Type="http://schemas.openxmlformats.org/officeDocument/2006/relationships/tableStyles" Target="/ppt/tableStyles.xml" Id="R8f9e5fd4ff8f49ec" /><Relationship Type="http://schemas.openxmlformats.org/officeDocument/2006/relationships/slide" Target="/ppt/slides/slide1.xml" Id="R20ca5477f8354fdf" /><Relationship Type="http://schemas.openxmlformats.org/officeDocument/2006/relationships/slide" Target="/ppt/slides/slide2.xml" Id="R3e078bc689524c58" /><Relationship Type="http://schemas.openxmlformats.org/officeDocument/2006/relationships/slide" Target="/ppt/slides/slide3.xml" Id="R3b65f31fd5b54559" /><Relationship Type="http://schemas.openxmlformats.org/officeDocument/2006/relationships/slide" Target="/ppt/slides/slide4.xml" Id="R52ca24f1c5014fa1" /><Relationship Type="http://schemas.openxmlformats.org/officeDocument/2006/relationships/slide" Target="/ppt/slides/slide5.xml" Id="R394fd375b4894532" /><Relationship Type="http://schemas.openxmlformats.org/officeDocument/2006/relationships/slide" Target="/ppt/slides/slide6.xml" Id="R61b1b2c72d054739" /><Relationship Type="http://schemas.openxmlformats.org/officeDocument/2006/relationships/slide" Target="/ppt/slides/slide7.xml" Id="Rec70352376e34226" /><Relationship Type="http://schemas.openxmlformats.org/officeDocument/2006/relationships/slide" Target="/ppt/slides/slide8.xml" Id="Rb5c992fc2189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7d552f673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77d7031c3493a" /><Relationship Type="http://schemas.openxmlformats.org/officeDocument/2006/relationships/notesMaster" Target="/ppt/notesMasters/notesMaster1.xml" Id="R3d2e5d29a55b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070d127ed4f1f" /><Relationship Type="http://schemas.openxmlformats.org/officeDocument/2006/relationships/notesMaster" Target="/ppt/notesMasters/notesMaster1.xml" Id="R9d2176b185ff41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e41b7227d54f32" /><Relationship Type="http://schemas.openxmlformats.org/officeDocument/2006/relationships/notesMaster" Target="/ppt/notesMasters/notesMaster1.xml" Id="Rc2a2131420e4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f9eb6f84c64755" /><Relationship Type="http://schemas.openxmlformats.org/officeDocument/2006/relationships/notesMaster" Target="/ppt/notesMasters/notesMaster1.xml" Id="Rdb9097540c28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36881d58d345b7" /><Relationship Type="http://schemas.openxmlformats.org/officeDocument/2006/relationships/notesMaster" Target="/ppt/notesMasters/notesMaster1.xml" Id="Reab96b42fde2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79b4f20c514005" /><Relationship Type="http://schemas.openxmlformats.org/officeDocument/2006/relationships/notesMaster" Target="/ppt/notesMasters/notesMaster1.xml" Id="R560caaa024a94d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afc1bb3be4c8e" /><Relationship Type="http://schemas.openxmlformats.org/officeDocument/2006/relationships/notesMaster" Target="/ppt/notesMasters/notesMaster1.xml" Id="R5e559d0168b9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fc1778c9f04a30" /><Relationship Type="http://schemas.openxmlformats.org/officeDocument/2006/relationships/notesMaster" Target="/ppt/notesMasters/notesMaster1.xml" Id="R6ec61391132a47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本页状态依据本轮十年逐日审计和 YCA 原始工作簿只读复核。详见 docs/yc_cli_generation_and_weather_qc.md 与 results/yc_cli_generation_and_weather_qc/audit_summary.json。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来源：configs/055_00_yca_lowIC_expanded_action_maskableppo.json:24-25；results/yc_wgen_cli_pilot/split_audit.json。2000–2003 仅为候选，不能称为独立 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来源：DSSAT_auto_validation/multisite_new_cultivar_inputs_013_lowIC_manual/YC/CNYC0801.MZX:21-23；CNYC0401.WTH:1-5；src/ppo_safe_rendering.py:42-48,77-91,258-304,317-341；references/dssat_pdi.py:88-92。DSSAT 官方文件命名实现：https://github.com/DSSAT/dssat-csm-os/blob/develop/InputModule/SECLI.for。此映射仅为静态核验，不代表运行时读取已验证。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来源：results/yc_cli_generation_and_weather_qc/train_weather_integrity.csv。每个 WTH 的记录数、日期连续性、缺重复、解析、sentinel、负 RAIN/SRAD 与 TMAX&lt;TMIN 检查均通过。图表展示的是现有 WTH 值，不表示观测来源无缺失。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来源：只读 Excel COM 输出 results/yc_cli_generation_and_weather_qc/weather_2004_raw_excel_audit.json；清洗规则 src/weather_preprocess.py:148-150,260-283；旧规则说明 weather_clean/data_check_report.md:17-18,57。2004 原表各 366 个日期；T2 温度各缺 47、D32 SRAD 缺 41、降雨空白 348、显式零 4、数值 18。雨量空白的业务语义仍需源记录佐证。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来源：weather_clean/data_check_by_year_before_fill.csv、weather_clean/missing_value_fill_log.csv；填补算法 src/weather_preprocess.py:260-283。RAIN 原表空白在 normalize_source 阶段已转 0，因此这里的 RAIN=0 不代表雨量源没有空白。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来源：results/yc_cli_generation_and_weather_qc/seed_reproducibility.json、audit_summary.json；references/dssat_pdi.py:88-92,116-131,486-505；active args src/ppo_safe_rendering.py:317-341。天气 seed 的隔离应在后续 pilot adapter 中验证，不改生产 PPO 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下一步顺序来自 prompt_02/003_02_yc_cli_generation_and_weather_qc.md 的 Gate B–G。官方 WeatherMan 处理说明：https://dssat.net/wp-content/uploads/2011/10/DSSAT-vol3.pdf；DSSAT WGEN climate / parameter code：https://github.com/DSSAT/dssat-csm-os/blob/develop/Weather/WGEN.for。未批准前不改变现有 2004–2013 研究边界。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fe9d860de4d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1d8d398ce49aa" /><Relationship Type="http://schemas.openxmlformats.org/officeDocument/2006/relationships/slideLayout" Target="/ppt/slideLayouts/slideLayout1.xml" Id="R8c16f33bfdfa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6f33bfdfa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709656934387" /><Relationship Type="http://schemas.openxmlformats.org/officeDocument/2006/relationships/notesSlide" Target="/ppt/notesSlides/notesSlide1.xml" Id="Rf48712e2711f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d631eba1e4107" /><Relationship Type="http://schemas.openxmlformats.org/officeDocument/2006/relationships/notesSlide" Target="/ppt/notesSlides/notesSlide2.xml" Id="Rc9af888d2547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06e72d7f64b09" /><Relationship Type="http://schemas.openxmlformats.org/officeDocument/2006/relationships/notesSlide" Target="/ppt/notesSlides/notesSlide3.xml" Id="R3537a8d056d7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42f2aef934e2a" /><Relationship Type="http://schemas.openxmlformats.org/officeDocument/2006/relationships/chart" Target="/ppt/slides/charts/chart1.xml" Id="R122de93f0ba543e4" /><Relationship Type="http://schemas.openxmlformats.org/officeDocument/2006/relationships/notesSlide" Target="/ppt/notesSlides/notesSlide4.xml" Id="Rde925c3050e749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6558232214690" /><Relationship Type="http://schemas.openxmlformats.org/officeDocument/2006/relationships/chart" Target="/ppt/slides/charts/chart2.xml" Id="R77ae14d5b4c5440e" /><Relationship Type="http://schemas.openxmlformats.org/officeDocument/2006/relationships/notesSlide" Target="/ppt/notesSlides/notesSlide5.xml" Id="R279d9ed1758f48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24ef1015e4d05" /><Relationship Type="http://schemas.openxmlformats.org/officeDocument/2006/relationships/notesSlide" Target="/ppt/notesSlides/notesSlide6.xml" Id="Rc276999f162546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a3c27765463b" /><Relationship Type="http://schemas.openxmlformats.org/officeDocument/2006/relationships/notesSlide" Target="/ppt/notesSlides/notesSlide7.xml" Id="R8ea11618f3bb40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d3da5ed2b41ad" /><Relationship Type="http://schemas.openxmlformats.org/officeDocument/2006/relationships/notesSlide" Target="/ppt/notesSlides/notesSlide8.xml" Id="Re0dabff2e7c648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年降雨量（mm）</c:v>
          </c:tx>
          <c:spPr>
            <a:solidFill xmlns:a="http://schemas.openxmlformats.org/drawingml/2006/main">
              <a:srgbClr val="087E78"/>
            </a:solidFill>
          </c:spPr>
          <c:cat>
            <c:numRef>
              <c:f>'Chart Data'!$A$2:$A$11</c:f>
              <c:numCache>
                <c:formatCode>General</c:formatCode>
                <c:ptCount val="10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67.4</c:v>
                </c:pt>
                <c:pt idx="1">
                  <c:v>678.4</c:v>
                </c:pt>
                <c:pt idx="2">
                  <c:v>381.8</c:v>
                </c:pt>
                <c:pt idx="3">
                  <c:v>571.7</c:v>
                </c:pt>
                <c:pt idx="4">
                  <c:v>527.1</c:v>
                </c:pt>
                <c:pt idx="5">
                  <c:v>802.7</c:v>
                </c:pt>
                <c:pt idx="6">
                  <c:v>739.9</c:v>
                </c:pt>
                <c:pt idx="7">
                  <c:v>565.9</c:v>
                </c:pt>
                <c:pt idx="8">
                  <c:v>575.8</c:v>
                </c:pt>
                <c:pt idx="9">
                  <c:v>727.3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原表空白（天）</c:v>
          </c:tx>
          <c:spPr>
            <a:solidFill xmlns:a="http://schemas.openxmlformats.org/drawingml/2006/main">
              <a:srgbClr val="A36C12"/>
            </a:solidFill>
          </c:spPr>
          <c:cat>
            <c:strRef>
              <c:f>'Chart Data'!$A$2:$A$5</c:f>
              <c:strCache>
                <c:ptCount val="4"/>
                <c:pt idx="0">
                  <c:v>SRAD</c:v>
                </c:pt>
                <c:pt idx="1">
                  <c:v>TMAX</c:v>
                </c:pt>
                <c:pt idx="2">
                  <c:v>TMIN</c:v>
                </c:pt>
                <c:pt idx="3">
                  <c:v>RAIN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41</c:v>
                </c:pt>
                <c:pt idx="1">
                  <c:v>47</c:v>
                </c:pt>
                <c:pt idx="2">
                  <c:v>47</c:v>
                </c:pt>
                <c:pt idx="3">
                  <c:v>348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EEE95-D17C-48E2-AE6A-AD81434F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19EA-9F74-405A-9D53-925E8515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YC  /  DSSAT WEATHER PIPELINE  /  003-02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4D97E-975A-4542-8F30-2D80A7ED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训练期天气完整性</a:t>
            </a:r>
          </a:p>
          <a:p xmlns:a="http://schemas.openxmlformats.org/drawingml/2006/main">
            <a:pPr algn="l">
              <a:defRPr sz="34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尚未达到 WGEN 拟合门槛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65F4D-26C6-4319-8E55-A1044209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十年 WTH 格式检查通过；十年原始源表均有气温或辐射缺测并经过填补。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ED65-B08C-4B56-B440-D4321128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BLOCKED_WEATHER_INTEGRITY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DFCA1-3269-4E3D-8D46-C763386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4790C-1D87-4E4F-89AB-488372A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C07E-6BC4-4855-A8DB-D98227F5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244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CLI / WGEN realization / DSSAT smoke / PPO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B4AB3-B05B-4401-A46C-C481F96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只报告已核实的证据；未用填补天气估计生成器参数。</a:t>
            </a:r>
          </a:p>
        </p:txBody>
      </p:sp>
    </p:spTree>
    <p:extLst>
      <p:ext uri="{BB962C8B-B14F-4D97-AF65-F5344CB8AC3E}">
        <p14:creationId xmlns:p14="http://schemas.microsoft.com/office/powerpoint/2010/main" val="656716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8CA1E-3B43-4EAB-8AEB-8BC2CA1D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34760-0E1A-46A8-9E04-40092ADE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  /  年份边界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2684-A48D-4242-AEE0-6B231FB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训练、验证与独立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1F374-C175-442C-A626-CE37F605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1FB02-81CC-45F3-9471-139DF955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D3B4-803C-4F47-B690-977D19C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42950" y="161925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286000"/>
                <a:gridCol w="628650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年份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本轮处理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2004–2013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唯一允许拟合范围；本轮发现原始缺测填补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2014–2023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不可参与 CLI 参数估计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2000–2003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候选历史年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人工筛选轨迹不完整；不认证为独立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A5ED9-B279-4D90-B949-547B7D91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独立 test 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BE4AC-3BE9-4988-9934-DA52F4EE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not_available_or_not_verified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EDB10-51ED-4B8C-B328-B9AF497C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2000–2023 的 YC null-run 进一步阻止把 2000–2003 追认为未触碰 test。</a:t>
            </a:r>
          </a:p>
        </p:txBody>
      </p:sp>
    </p:spTree>
    <p:extLst>
      <p:ext uri="{BB962C8B-B14F-4D97-AF65-F5344CB8AC3E}">
        <p14:creationId xmlns:p14="http://schemas.microsoft.com/office/powerpoint/2010/main" val="971539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59A86-23B6-42C4-AD80-B4508C0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52D7-A659-40D7-BFBD-B8DFC302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  /  FileX 与站点码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23446-A890-421B-9EB4-7829DF7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WSTA 映射已静态核实，运行时未执行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807B1-C40B-4AFC-B8DA-374C76DE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8F5B6-5749-44CF-BBF7-3C046B7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E0CF9-1B47-4282-804A-89A7F48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1409700"/>
          <a:ext xmlns:a="http://schemas.openxmlformats.org/drawingml/2006/main" cx="106680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29000"/>
                <a:gridCol w="514350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证据项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已核实值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边界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FileX WSTA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CNYC0801 / CNYC1401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模板示例；按目标年份重写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渲染规则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CNYCyy01 + 同名 WTH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experiment_number = 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气象站码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CNYC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历史文件头与 INSI 字段一致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预期气候文件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CNYC.CLI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官方 SECLI 前缀规则；本轮未实际调用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当前运行模式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measured / random_weather=false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不读取 CLI，不证明 WGEN 可运行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F1E56-8D2B-436C-B900-E46495A0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6C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6C12"/>
                </a:solidFill>
                <a:latin typeface="Arial"/>
                <a:ea typeface="Arial"/>
                <a:cs typeface="Arial"/>
              </a:rPr>
              <a:t>静态标识/命名映射：已核实    |    WGEN runtime lookup：未验证</a:t>
            </a:r>
          </a:p>
        </p:txBody>
      </p:sp>
    </p:spTree>
    <p:extLst>
      <p:ext uri="{BB962C8B-B14F-4D97-AF65-F5344CB8AC3E}">
        <p14:creationId xmlns:p14="http://schemas.microsoft.com/office/powerpoint/2010/main" val="353510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F2EF3-0F01-43F2-8986-7198D73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34030-9BDE-4F29-BFE4-130B20E3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03  /  历史 WTH 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258C6-F18C-4CB2-AB76-C3E942E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十年格式与物理检查通过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BF2AF-767C-4EDA-AB96-B40D3CF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72437-3DAF-4BAB-8C6D-3C52DEA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49884-4760-4C18-A9F1-3200CD5C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B7829-EB3D-4B3D-925D-3D2DF90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年降雨总量（mm）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23875" y="1695450"/>
          <a:ext xmlns:a="http://schemas.openxmlformats.org/drawingml/2006/main" cx="75247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2de93f0ba543e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705B6-436F-406F-8A44-E7867D1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D68DF-E842-4C74-90DE-67B6EB2B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完整自然年</a:t>
            </a:r>
          </a:p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无缺日 / 重日</a:t>
            </a:r>
          </a:p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无已知 sentinel</a:t>
            </a:r>
          </a:p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物理值检查通过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F02CA-9EC4-48F8-A980-C9B33E57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618DC-C615-4309-BD43-92EC285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格式通过 ≠ 原始观测完整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0E28D-3122-4469-BC61-7FC41827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每年原始 SRAD 或温度均存在缺值并已填补。</a:t>
            </a:r>
          </a:p>
        </p:txBody>
      </p:sp>
    </p:spTree>
    <p:extLst>
      <p:ext uri="{BB962C8B-B14F-4D97-AF65-F5344CB8AC3E}">
        <p14:creationId xmlns:p14="http://schemas.microsoft.com/office/powerpoint/2010/main" val="1519846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C28DD-45FE-41C6-940F-A76EC395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DEE06-7E66-4C70-99E8-5150A616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04  /  2004 原始天气来源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A2C45-79A9-4B75-B679-F3439E5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67.4 mm 与 257 天干段不能脱离缺测解释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225C6-595A-4713-8D72-18EC7862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2A60D-6EB3-4D7D-B654-F9F68FD9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D61E9-49D5-4E25-996B-8383245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76458-6FA2-4519-8051-646AE660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原始日记录空白数（天/变量）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7239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ae14d5b4c5440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81236-A097-4BD7-BFF4-75118BB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2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257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9C1A2-D3ED-4CEB-B1E9-1AA78A5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WTH 最长干段</a:t>
            </a:r>
          </a:p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DOY 001–257</a:t>
            </a:r>
          </a:p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对应 257 天原始雨量空白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E8A26-DB6B-46A3-826B-BBFB0DDF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814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0A775-364A-4EBF-98FF-A70BD50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清洗规则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867B9-0B20-41EB-A9A4-EC97AAF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雨量空白转 0；SRAD / TMAX / TMIN 空白以站点月均值填补。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15741-FCA2-458C-889F-44516A5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旧报告按“无雨”解释空白，但未独立证明连续 257 天源覆盖完整。</a:t>
            </a:r>
          </a:p>
        </p:txBody>
      </p:sp>
    </p:spTree>
    <p:extLst>
      <p:ext uri="{BB962C8B-B14F-4D97-AF65-F5344CB8AC3E}">
        <p14:creationId xmlns:p14="http://schemas.microsoft.com/office/powerpoint/2010/main" val="44393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A596F-3911-456F-AB27-BCDC376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CE11C-11AE-4899-AA74-6D2ABCCC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05  /  训练期源缺测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B7DD8-B21C-43AD-9085-646A1CBC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2004–2013 每年都存在填补值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91EDF-75A4-492A-84FF-43DF3129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A6876-23EB-4B4F-AF48-4D4FBBE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3CE8F-9B96-4DC7-BFF2-03FA3083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38200" y="1352550"/>
          <a:ext xmlns:a="http://schemas.openxmlformats.org/drawingml/2006/main" cx="82867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190750"/>
                <a:gridCol w="2238375"/>
                <a:gridCol w="2238375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年份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SRAD 缺测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TMAX 缺测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25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TMIN 缺测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2009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2013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2BB60-D90D-4ED8-9398-0D9EBB7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287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FD347-595E-4CF3-9F1E-ADD39E72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240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8C1AB-D98B-4B04-B60D-F420CB3A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36C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36C12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EEE01-F9FB-43C1-A747-ACCB26B7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D561-1915-4EF2-81E2-9EAA71D4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SRAD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2CEE2-5206-44B2-96CD-626BB88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04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TMAX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91CBE-F707-4578-AE5E-B377F717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TMIN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D277B-5075-431A-AEA5-83E8C63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总计 538 个源变量值由月均值填补；RAIN 缺测统计为 0 是因空白已先转成 0。</a:t>
            </a:r>
          </a:p>
        </p:txBody>
      </p:sp>
    </p:spTree>
    <p:extLst>
      <p:ext uri="{BB962C8B-B14F-4D97-AF65-F5344CB8AC3E}">
        <p14:creationId xmlns:p14="http://schemas.microsoft.com/office/powerpoint/2010/main" val="1863436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2F86B-D171-4FBF-A6C3-30431CE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176AC-EB31-40EC-9C85-E139AE3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06  /  未进入的后续阶段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12909-8DE0-4B8B-B4A0-BB862C4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CLI、seed、pilot 与 DSSAT smoke 均未执行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5350B-D877-4921-83D7-2E99D3A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A1E18-6F10-483D-81F0-E965326A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B313F-642C-4B65-B59F-E1E18CE9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10668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190750"/>
                <a:gridCol w="6000750"/>
              </a:tblGrid>
              <a:tr h="4381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087E78"/>
                          </a:solidFill>
                          <a:latin typeface="Arial"/>
                          <a:ea typeface="Arial"/>
                          <a:cs typeface="Arial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E5F3F0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CLI 参数估计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未生成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旧 CLI 含 2014，排除；项目内未发现可验证估计工具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weather seed 101–105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未运行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Gate B 前停止；无同 seed hash 或跨 seed 差异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新 WGEN realization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 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无生成天气文件或 weather manifest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DSSAT 单季 smoke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 次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前置 CLI / 天气资格不满足</a:t>
                      </a:r>
                    </a:p>
                  </a:txBody>
                  <a:tcPr marL="91440" marR="91440" marT="45720" marB="45720">
                    <a:solidFill>
                      <a:srgbClr val="F4F7F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0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82B35"/>
                          </a:solidFill>
                          <a:latin typeface="Arial"/>
                          <a:ea typeface="Arial"/>
                          <a:cs typeface="Arial"/>
                        </a:rPr>
                        <a:t>本轮禁止，未启动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47FEA-3BDE-4E13-8279-195B7E5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当前 Gym-DSSAT wrapper 用环境 RNG 抽取 DSSAT RSEED；没有独立 weather_generation_seed 接口。</a:t>
            </a:r>
          </a:p>
        </p:txBody>
      </p:sp>
    </p:spTree>
    <p:extLst>
      <p:ext uri="{BB962C8B-B14F-4D97-AF65-F5344CB8AC3E}">
        <p14:creationId xmlns:p14="http://schemas.microsoft.com/office/powerpoint/2010/main" val="9758509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00B33-4529-47E0-B553-91AF581C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30E87-8EC7-4654-9BE2-09B9976E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07  /  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E552C-9322-43C0-A53F-5348D61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先解决源数据覆盖，再继续 WGEN 技术验证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5F6A3-180C-4F72-AD05-1D1C08E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F4E8C-C80A-4379-BEBF-A470DCB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气象完整性审计  ·  2026-09-23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0DE13-8A95-4514-A47A-9779801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35925-6A5E-44C4-ABAD-1D54A13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BLOCKED_WEATHER_INTEGRITY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D9ADA-96A5-4FBD-9EC7-7F09264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8DF46-B33A-47A0-94F5-DB5E7CF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0275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确认 2004 雨量表 DOY 001–257 空白代表无雨、停测还是缺失；优先找原站点记录。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72494-591E-412A-9340-9C451DC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FF45E-A249-4079-A210-3C13C00B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为 2004–2013 温度与辐射缺值确定可追溯处理原则；需要变更年份范围时先获用户批准。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288C3-D56A-4E78-A850-636F29E5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12041-3A44-4E28-89CB-C5F2E83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Gate B 通过后，确认可用 WeatherMan / DSSAT 版本；只用批准的训练年建立 CLI 并留存输入输出 hash。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87540-036F-4544-A32A-EF075738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09652-5722-4024-9F35-0641770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之后分离 weather_generation_seed，先复现 seed 101，再比较 102；通过后才做 3–5 套天气 QC 和至少 3 次单季 smoke。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15131-EA69-43ED-B544-F3419F5A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当前最小工作：查清数据来源，不生成参数、不扩站、不训练。</a:t>
            </a:r>
          </a:p>
        </p:txBody>
      </p:sp>
    </p:spTree>
    <p:extLst>
      <p:ext uri="{BB962C8B-B14F-4D97-AF65-F5344CB8AC3E}">
        <p14:creationId xmlns:p14="http://schemas.microsoft.com/office/powerpoint/2010/main" val="804807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2026-09-23T15:30:54.5580000Z</dcterms:created>
  <dcterms:modified xsi:type="dcterms:W3CDTF">2026-09-23T15:30:54.5590000Z</dcterms:modified>
</coreProperties>
</file>