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Reward Cost Coefficient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目标：继续调大 reward 成本系数，检查 HLA 是否不再打满 300/450 cap。</a:t>
            </a:r>
          </a:p>
          <a:p>
            <a:pPr>
              <a:defRPr sz="1600">
                <a:latin typeface="Microsoft YaHei"/>
              </a:defRPr>
            </a:pPr>
            <a:r>
              <a:t>约束：action-safe PPO；不做多 seed；不训练 FQA/YCA；不进入 rainfall-scaling budget scenario。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Why 006_03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上一轮 A/B/C candidates 全部完成评估，但全部 mean_irrigation=300、mean_n=450。</a:t>
            </a:r>
          </a:p>
          <a:p>
            <a:pPr>
              <a:defRPr sz="1600">
                <a:latin typeface="Microsoft YaHei"/>
              </a:defRPr>
            </a:pPr>
            <a:r>
              <a:t>说明成本项改变了 reward 数值，但没有让 PPO 主动节约水氮。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New Candidate Batches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已运行批次：batch_1_D, batch_2_E, batch_3_F, batch_4_G</a:t>
            </a:r>
          </a:p>
          <a:p>
            <a:pPr>
              <a:defRPr sz="1600">
                <a:latin typeface="Microsoft YaHei"/>
              </a:defRPr>
            </a:pPr>
            <a:r>
              <a:t>D：强线性成本。</a:t>
            </a:r>
          </a:p>
          <a:p>
            <a:pPr>
              <a:defRPr sz="1600">
                <a:latin typeface="Microsoft YaHei"/>
              </a:defRPr>
            </a:pPr>
            <a:r>
              <a:t>E：累计二次成本。</a:t>
            </a:r>
          </a:p>
          <a:p>
            <a:pPr>
              <a:defRPr sz="1600">
                <a:latin typeface="Microsoft YaHei"/>
              </a:defRPr>
            </a:pPr>
            <a:r>
              <a:t>F：目标区间上限惩罚。</a:t>
            </a:r>
          </a:p>
          <a:p>
            <a:pPr>
              <a:defRPr sz="1600">
                <a:latin typeface="Microsoft YaHei"/>
              </a:defRPr>
            </a:pPr>
            <a:r>
              <a:t>G：经济学近似 reward。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vs Input</a:t>
            </a:r>
          </a:p>
        </p:txBody>
      </p:sp>
      <p:pic>
        <p:nvPicPr>
          <p:cNvPr id="3" name="Picture 2" descr="reward_tuning_yield_v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Saturation Ratio</a:t>
            </a:r>
          </a:p>
        </p:txBody>
      </p:sp>
      <p:pic>
        <p:nvPicPr>
          <p:cNvPr id="3" name="Picture 2" descr="reward_tuning_saturation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Loss vs Input Reduction</a:t>
            </a:r>
          </a:p>
        </p:txBody>
      </p:sp>
      <p:pic>
        <p:nvPicPr>
          <p:cNvPr id="3" name="Picture 2" descr="reward_tuning_yield_loss_vs_input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Reward vs Yield</a:t>
            </a:r>
          </a:p>
        </p:txBody>
      </p:sp>
      <p:pic>
        <p:nvPicPr>
          <p:cNvPr id="3" name="Picture 2" descr="reward_tuning_reward_vs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Microsoft YaHei"/>
              </a:defRPr>
            </a:pPr>
            <a:r>
              <a:t>Strict pass：无</a:t>
            </a:r>
          </a:p>
          <a:p>
            <a:pPr>
              <a:defRPr sz="1600">
                <a:latin typeface="Microsoft YaHei"/>
              </a:defRPr>
            </a:pPr>
            <a:r>
              <a:t>Relaxed pass：无</a:t>
            </a:r>
          </a:p>
          <a:p>
            <a:pPr>
              <a:defRPr sz="1600">
                <a:latin typeface="Microsoft YaHei"/>
              </a:defRPr>
            </a:pPr>
            <a:r>
              <a:t>推荐 candidate：暂无</a:t>
            </a:r>
          </a:p>
          <a:p>
            <a:pPr>
              <a:defRPr sz="1600">
                <a:latin typeface="Microsoft YaHei"/>
              </a:defRPr>
            </a:pPr>
            <a:r>
              <a:t>若仍无通过项，下一步应重构 reward，而不是继续简单加大系数。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