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c309a052824e70" /><Relationship Type="http://schemas.openxmlformats.org/officeDocument/2006/relationships/extended-properties" Target="/docProps/app.xml" Id="Rf455a0f9c5474609" /><Relationship Type="http://schemas.openxmlformats.org/officeDocument/2006/relationships/officeDocument" Target="/ppt/presentation.xml" Id="R9359d3c37a4d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978790deb499b"/>
  </p:sldMasterIdLst>
  <p:notesMasterIdLst>
    <p:notesMasterId xmlns:r="http://schemas.openxmlformats.org/officeDocument/2006/relationships" r:id="R43afc8e485304c09"/>
  </p:notesMasterIdLst>
  <p:sldIdLst>
    <p:sldId xmlns:r="http://schemas.openxmlformats.org/officeDocument/2006/relationships" id="256" r:id="Rc6640d81076e4460"/>
    <p:sldId xmlns:r="http://schemas.openxmlformats.org/officeDocument/2006/relationships" id="257" r:id="R8712616acd094c61"/>
    <p:sldId xmlns:r="http://schemas.openxmlformats.org/officeDocument/2006/relationships" id="258" r:id="R00e544485a9143d2"/>
    <p:sldId xmlns:r="http://schemas.openxmlformats.org/officeDocument/2006/relationships" id="259" r:id="R29da09b697034838"/>
    <p:sldId xmlns:r="http://schemas.openxmlformats.org/officeDocument/2006/relationships" id="260" r:id="R80f12e5b04274a62"/>
    <p:sldId xmlns:r="http://schemas.openxmlformats.org/officeDocument/2006/relationships" id="261" r:id="R8c91f81443674f7a"/>
    <p:sldId xmlns:r="http://schemas.openxmlformats.org/officeDocument/2006/relationships" id="262" r:id="Re49f7b9e970c4d15"/>
    <p:sldId xmlns:r="http://schemas.openxmlformats.org/officeDocument/2006/relationships" id="263" r:id="R94f247105054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f4b04e16e4f8f" /><Relationship Type="http://schemas.openxmlformats.org/officeDocument/2006/relationships/slideMaster" Target="/ppt/slideMasters/slideMaster1.xml" Id="Rdc7978790deb499b" /><Relationship Type="http://schemas.openxmlformats.org/officeDocument/2006/relationships/notesMaster" Target="/ppt/notesMasters/notesMaster1.xml" Id="R43afc8e485304c09" /><Relationship Type="http://schemas.openxmlformats.org/officeDocument/2006/relationships/presProps" Target="/ppt/presProps.xml" Id="R821eea548c3d48d9" /><Relationship Type="http://schemas.openxmlformats.org/officeDocument/2006/relationships/tableStyles" Target="/ppt/tableStyles.xml" Id="Rc275b465067c47db" /><Relationship Type="http://schemas.openxmlformats.org/officeDocument/2006/relationships/slide" Target="/ppt/slides/slide1.xml" Id="Rc6640d81076e4460" /><Relationship Type="http://schemas.openxmlformats.org/officeDocument/2006/relationships/slide" Target="/ppt/slides/slide2.xml" Id="R8712616acd094c61" /><Relationship Type="http://schemas.openxmlformats.org/officeDocument/2006/relationships/slide" Target="/ppt/slides/slide3.xml" Id="R00e544485a9143d2" /><Relationship Type="http://schemas.openxmlformats.org/officeDocument/2006/relationships/slide" Target="/ppt/slides/slide4.xml" Id="R29da09b697034838" /><Relationship Type="http://schemas.openxmlformats.org/officeDocument/2006/relationships/slide" Target="/ppt/slides/slide5.xml" Id="R80f12e5b04274a62" /><Relationship Type="http://schemas.openxmlformats.org/officeDocument/2006/relationships/slide" Target="/ppt/slides/slide6.xml" Id="R8c91f81443674f7a" /><Relationship Type="http://schemas.openxmlformats.org/officeDocument/2006/relationships/slide" Target="/ppt/slides/slide7.xml" Id="Re49f7b9e970c4d15" /><Relationship Type="http://schemas.openxmlformats.org/officeDocument/2006/relationships/slide" Target="/ppt/slides/slide8.xml" Id="R94f247105054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22a33800d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c138cdd3d4600" /><Relationship Type="http://schemas.openxmlformats.org/officeDocument/2006/relationships/notesMaster" Target="/ppt/notesMasters/notesMaster1.xml" Id="R7b3380591e1a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072a9d5f1431b" /><Relationship Type="http://schemas.openxmlformats.org/officeDocument/2006/relationships/notesMaster" Target="/ppt/notesMasters/notesMaster1.xml" Id="Rae6a41aaf5d148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37b42f2c014de9" /><Relationship Type="http://schemas.openxmlformats.org/officeDocument/2006/relationships/notesMaster" Target="/ppt/notesMasters/notesMaster1.xml" Id="Rb9fb1a94826c4a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6d05ab88a49a8" /><Relationship Type="http://schemas.openxmlformats.org/officeDocument/2006/relationships/notesMaster" Target="/ppt/notesMasters/notesMaster1.xml" Id="Reb60ab33959c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1605708aa4d38" /><Relationship Type="http://schemas.openxmlformats.org/officeDocument/2006/relationships/notesMaster" Target="/ppt/notesMasters/notesMaster1.xml" Id="R3c69cfeb061b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f460ae3b64a83" /><Relationship Type="http://schemas.openxmlformats.org/officeDocument/2006/relationships/notesMaster" Target="/ppt/notesMasters/notesMaster1.xml" Id="R45dc81ec7449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b7bc0d78de46d3" /><Relationship Type="http://schemas.openxmlformats.org/officeDocument/2006/relationships/notesMaster" Target="/ppt/notesMasters/notesMaster1.xml" Id="R22058d333e11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c0585b4a44cf3" /><Relationship Type="http://schemas.openxmlformats.org/officeDocument/2006/relationships/notesMaster" Target="/ppt/notesMasters/notesMaster1.xml" Id="R490aa1d4786e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来源：docs/yc_weather_pipeline_audit.md；docs/yc_weather_dataset_design.md；本轮 docs/yc_wgen_cli_pilot.md。结论由 CLI provenance、manifest、seed 和 smoke 证据共同限定。</a:t>
            </a:r>
          </a:p>
          <a:p xmlns:a="http://schemas.openxmlformats.org/drawingml/2006/main">
            <a:r>
              <a:t>官方 DSSAT WeatherMan 用户指南：https://dssat.net/wp-content/uploads/2011/10/DSSAT-vol3.pdf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来源：results/yc_wgen_cli_pilot/split_audit.json；configs/055_00_yca_lowIC_expanded_action_maskableppo.json；YC lowIC 输入目录 CNYC0001.WTH–CNYC2301.WTH。2000–2003 仅为候选，不具备独立性证明。</a:t>
            </a:r>
          </a:p>
          <a:p xmlns:a="http://schemas.openxmlformats.org/drawingml/2006/main">
            <a:r>
              <a:t>任务依据：prompt_02/003_01_yc_wgen_cli_pilot.md 与 prompt_02/yc_wgen_cli_pilot_plan.md。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来源：DSSAT_auto_validation/multisite_new_cultivar_inputs_013_lowIC_manual/YC/CNYC0801.MZX、SOIL.SOL、CNYC0401.WTH；src/ppo_safe_rendering.py:336-340；references/dssat_pdi.py；results/yc_weather_audit/yc_weather_reset_diagnostic.json。DSSAT WGEN 源码：https://github.com/DSSAT/dssat-csm-os/blob/develop/Weather/WGEN.for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来源：results/yc_wgen_cli_pilot/yc_cli_provenance.json；代表文件位于 DSSAT_auto_validation/run_CNYC0802_DSSAT480_IC0_null_2000_2023/pdi_smoke_test/input_used_by_pdi/CNYC.CLI；对应 pdi_smoke_test/env_args.json。历史脚本提及的 my_data/CNYC.CLI 在当前项目缺失。参数估计路径依据 DSSAT WeatherMan 官方手册：https://dssat.net/wp-content/uploads/2011/10/DSSAT-vol3.pdf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图表数据：results/yc_wgen_cli_pilot/train_weather_qc.csv。QC 和来源交叉核对：results/yc_wgen_cli_pilot/train_weather_source_crosscheck.csv、train_weather_monthly_statistics.csv；参考 weather_clean/YCA_weather_cleaned.csv。全部 10 年通过硬性格式与基本物理检查；2004 仅作描述性低雨量 review flag。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来源：results/yc_wgen_cli_pilot/seed_reproducibility.json（planned seeds [101–105]，attempted seeds 空）；yc_weather_manifest.csv（仅 header）。字段 contract 依据 prompt_02/003_01_yc_wgen_cli_pilot.md。Gym-DSSAT 环境 seed 与 WGEN 参数估计不是一回事；当前没有实际生成证据。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来源：results/yc_wgen_cli_pilot/yc_weather_manifest.csv、weather_quality_summary.csv、dssat_smoke_summary.csv、seed_reproducibility.json；docs/yc_wgen_cli_pilot.md。空结果表保留 header，未填造数据。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操作步骤摘自 DSSAT 官方 WeatherMan 用户指南 Volume 3（station、IBSNAT3 import、Generate &gt; Calculate Parameters、WGEN 参数日期区间）：https://dssat.net/wp-content/uploads/2011/10/DSSAT-vol3.pdf。WGEN 参数位于 station climate 文件的依据：https://dssat.net/wp-content/uploads/2011/10/DSSAT-vol1.pdf。源码解析 *CLIMA / *WGEN：https://github.com/DSSAT/dssat-csm-os/blob/develop/Weather/WGEN.for；天气模式 W 的字典：https://github.com/DSSAT/dssat-csm-os/blob/develop/Data/SIMULATION.CDE。独立 test 仍为 not_available_or_not_verified；本轮不扩展到其他站点，也不训练 PPO。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6e5e6f6f644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06c96ad3744f7" /><Relationship Type="http://schemas.openxmlformats.org/officeDocument/2006/relationships/slideLayout" Target="/ppt/slideLayouts/slideLayout1.xml" Id="R1973e55fbe8941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3e55fbe8941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0e044b7194a70" /><Relationship Type="http://schemas.openxmlformats.org/officeDocument/2006/relationships/notesSlide" Target="/ppt/notesSlides/notesSlide1.xml" Id="R80cd34847729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fabf219c14765" /><Relationship Type="http://schemas.openxmlformats.org/officeDocument/2006/relationships/notesSlide" Target="/ppt/notesSlides/notesSlide2.xml" Id="Rfc7882fcd74d4f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c7bb327824be2" /><Relationship Type="http://schemas.openxmlformats.org/officeDocument/2006/relationships/notesSlide" Target="/ppt/notesSlides/notesSlide3.xml" Id="R0e995bdfcfc147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f0b2fcee241dc" /><Relationship Type="http://schemas.openxmlformats.org/officeDocument/2006/relationships/notesSlide" Target="/ppt/notesSlides/notesSlide4.xml" Id="Rf7f04118b5bc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b0711d23841d1" /><Relationship Type="http://schemas.openxmlformats.org/officeDocument/2006/relationships/chart" Target="/ppt/slides/charts/chart1.xml" Id="R87bc4822ea28469d" /><Relationship Type="http://schemas.openxmlformats.org/officeDocument/2006/relationships/notesSlide" Target="/ppt/notesSlides/notesSlide5.xml" Id="R2b4e27723e0748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183cbd31046ce" /><Relationship Type="http://schemas.openxmlformats.org/officeDocument/2006/relationships/notesSlide" Target="/ppt/notesSlides/notesSlide6.xml" Id="Re640e01cc633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f350892548c2" /><Relationship Type="http://schemas.openxmlformats.org/officeDocument/2006/relationships/notesSlide" Target="/ppt/notesSlides/notesSlide7.xml" Id="Rc4db54f3fb72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2502788b247a7" /><Relationship Type="http://schemas.openxmlformats.org/officeDocument/2006/relationships/notesSlide" Target="/ppt/notesSlides/notesSlide8.xml" Id="Rb5ab4396b02e4f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rainfall (mm)</c:v>
          </c:tx>
          <c:spPr>
            <a:solidFill xmlns:a="http://schemas.openxmlformats.org/drawingml/2006/main">
              <a:srgbClr val="087E78"/>
            </a:solidFill>
          </c:spPr>
          <c:cat>
            <c:numRef>
              <c:f>'Chart Data'!$A$2:$A$11</c:f>
              <c:numCache>
                <c:formatCode>General</c:formatCode>
                <c:ptCount val="10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67.4</c:v>
                </c:pt>
                <c:pt idx="1">
                  <c:v>678.4</c:v>
                </c:pt>
                <c:pt idx="2">
                  <c:v>381.8</c:v>
                </c:pt>
                <c:pt idx="3">
                  <c:v>571.7</c:v>
                </c:pt>
                <c:pt idx="4">
                  <c:v>527.1</c:v>
                </c:pt>
                <c:pt idx="5">
                  <c:v>802.7</c:v>
                </c:pt>
                <c:pt idx="6">
                  <c:v>739.9</c:v>
                </c:pt>
                <c:pt idx="7">
                  <c:v>565.9</c:v>
                </c:pt>
                <c:pt idx="8">
                  <c:v>575.8</c:v>
                </c:pt>
                <c:pt idx="9">
                  <c:v>727.3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E5675-EB2A-4972-86E1-CCB1B263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0600D-3336-4909-960A-9CE7CEA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YC  /  DSSAT WEATHER GENERATOR  /  003-01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9EE26-81B4-4142-83C0-25B2DAE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985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YC 随机天气链路</a:t>
            </a:r>
          </a:p>
          <a:p xmlns:a="http://schemas.openxmlformats.org/drawingml/2006/main">
            <a:pPr algn="l">
              <a:defRPr sz="36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尚未具备就绪证据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AEB08-D832-419A-A9A3-2D7C0B0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训练期历史天气通过基础 QC；可信 train-only .CLI 尚未建立。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081F-8DF5-4028-9E08-45379C0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BLOCKED_WGEN_NOT_READY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9CCD6-470B-4B24-9843-8238AEF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0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19AAF-DCE0-42A5-BF7D-39605E5A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99CED-456C-4BA9-A42E-F8F4E89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eligible .CLI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37BE-2783-4D50-A250-4F9B643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87566-768B-4B44-BAF1-404AF62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AD820-D665-4E50-A7C3-6AD04FF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530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WGEN realizations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4149F-0763-4A86-B8C4-22D20F03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9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9A810-C09D-4844-823F-7B9552E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E35A1-FFBF-43FA-A799-B7F7658E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DSSAT WGEN smokes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1BCAF-2166-430D-BC7D-370257E9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不启动 PPO；不把历史 WTH 抽样或 deterministic scenario bank 记作 WGEN。</a:t>
            </a:r>
          </a:p>
        </p:txBody>
      </p:sp>
    </p:spTree>
    <p:extLst>
      <p:ext uri="{BB962C8B-B14F-4D97-AF65-F5344CB8AC3E}">
        <p14:creationId xmlns:p14="http://schemas.microsoft.com/office/powerpoint/2010/main" val="562497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1AE1-A71E-4871-A44A-B95976B3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768BB-B7A9-431F-9DD3-BEEA8DE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  / 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0E1CF-B470-4E8E-971B-508E1EA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年份边界：test 仍不可验证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64A8B-470A-4F4E-949F-01D2D10D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59CF8-0267-47CC-A327-CE8C5471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1D8AD-7B84-4E4A-ADF1-3BBD3B2B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B67AD-C894-4E42-B8DB-57E0190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输入目录有 2000–2023 共 24 个历史年份；可用不等于独立。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91FC9-D54E-4CF8-BCA3-14B8154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078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07815"/>
                </a:solidFill>
                <a:latin typeface="Arial"/>
                <a:ea typeface="Arial"/>
                <a:cs typeface="Arial"/>
              </a:rPr>
              <a:t>2000–2003</a:t>
            </a:r>
          </a:p>
          <a:p xmlns:a="http://schemas.openxmlformats.org/drawingml/2006/main">
            <a:pPr algn="l">
              <a:defRPr sz="1800" b="1">
                <a:solidFill>
                  <a:srgbClr val="B078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07815"/>
                </a:solidFill>
                <a:latin typeface="Arial"/>
                <a:ea typeface="Arial"/>
                <a:cs typeface="Arial"/>
              </a:rPr>
              <a:t>额外历史候选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E4A45-299D-422F-82ED-080CDF4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2004–2013</a:t>
            </a:r>
          </a:p>
          <a:p xmlns:a="http://schemas.openxmlformats.org/drawingml/2006/main">
            <a:pPr algn="l">
              <a:defRPr sz="18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TRAIN  ·  .CLI 拟合允许范围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BAB47-F35F-4715-ABA9-3F134DD3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2014–2023</a:t>
            </a:r>
          </a:p>
          <a:p xmlns:a="http://schemas.openxmlformats.org/drawingml/2006/main">
            <a:pPr algn="l">
              <a:defRPr sz="18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VALIDATION  ·  不得混入拟合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E5956-2139-44CE-84A5-85DB6335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212D5-D201-4D4A-893F-A3335CB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独立 test 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1EC72-2C1A-4C12-BCA2-1FB0B6E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not_available_or_not_verified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DE8BC-B897-458E-9574-03F74B68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原因：2000–2003 的完整历史调参 / 人工比较轨迹缺失；另有 2000–2023 YC null-run。</a:t>
            </a:r>
          </a:p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未将额外年份追认成独立 test，也未改变 train / validation 定义。</a:t>
            </a:r>
          </a:p>
        </p:txBody>
      </p:sp>
    </p:spTree>
    <p:extLst>
      <p:ext uri="{BB962C8B-B14F-4D97-AF65-F5344CB8AC3E}">
        <p14:creationId xmlns:p14="http://schemas.microsoft.com/office/powerpoint/2010/main" val="88963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F23EC-82C9-4A11-9DEE-6F8931F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7651B-68D2-4E00-A934-6A2B00B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  /  YC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DF1F1-ADBA-4949-B334-76B45CB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WTH 输入存在；WGEN 参数映射未验证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A2DE1-CD11-4FE9-ACF3-C581C87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6BABE-9EC9-4347-9AF4-085F039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47581-3A6F-4630-8FED-F56218B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33B46-5A60-4CC2-953C-E0A709E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FileX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CEBE-5086-451F-AB5A-C2F8E51C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859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CNYC0801.MZX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8FE2B-27A1-45A6-9342-D09D472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WSTA 字段含 CNYC0801、CNYC1401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5B6AE-151B-430F-A97A-D69D235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E6273-0693-4C7C-838A-5221C383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历史天气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658BF-A591-41E8-91BA-0090F48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14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CNYCyy01.WTH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5301D-3517-499E-B48A-E456B7D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432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文件头 station ID = CNYC；2004–2013 训练文件齐全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77B0D-A9D3-440E-923F-532FA49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3E4EC-8105-47C2-99E5-5FB0635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当前运行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F6FB6-C4E3-4B6E-B99D-DD812F59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3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random_weather=false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AB924-011E-4FCA-8E46-86CC092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719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读取历史 WTH；当前路径没有传入 .CLI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25550-01B7-4D21-8815-01B9136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0821A-9BA3-4740-A638-E1BC33B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078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07815"/>
                </a:solidFill>
                <a:latin typeface="Arial"/>
                <a:ea typeface="Arial"/>
                <a:cs typeface="Arial"/>
              </a:rPr>
              <a:t>WSTA ↔ .CLI 的实际匹配方式仍需首个隔离 WGEN 运行确认。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DB504-034D-4205-BF3F-BD6C1A34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不以历史 WTH 的四字符站点码推断当前 FileX 的八字符 WSTA 映射。</a:t>
            </a:r>
          </a:p>
        </p:txBody>
      </p:sp>
    </p:spTree>
    <p:extLst>
      <p:ext uri="{BB962C8B-B14F-4D97-AF65-F5344CB8AC3E}">
        <p14:creationId xmlns:p14="http://schemas.microsoft.com/office/powerpoint/2010/main" val="1697485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98988-D516-4690-8BE6-9ADDD5E5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B5045-14E6-48BF-A6D6-EB4EBE9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03  /  CLI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3644C-3487-4638-898D-47C58720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旧 CNYC.CLI 是排除项，不是 pilot 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749CA-4F3A-4C2C-96C9-C94B8B9F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C3137-3657-4578-B057-36CC4FF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CF9D-BC48-4BED-8722-095D0649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518C4-3DBA-42AB-92B2-9235182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8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06E30-74FB-4555-9DAC-56043DC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811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same-hash copies</a:t>
            </a:r>
          </a:p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under an older broad YC null-run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F1C62-A0A1-42D3-899F-1A198439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SHA256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B8D5A-0501-4044-A2D9-673BE61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58dbe11fdb3af9d34cc25644d8fb965627403778eb92da31a8f91619bd100d51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FEBDD-729E-4097-8F83-3DE9CBDF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01   内部来源标签：Calculated_from_daily_data；记录窗口 2008-01-01 至 2014-12-31。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3B884-798E-4926-BC76-AF40358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02   RAIN / TMAX / TMIN / SRAD 各 731 个有效日；不能证明仅用 2004–2013 拟合。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DA39F-BDC7-4593-8511-C3A9CCC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03   对应 env_args.json 为 random_weather=false；未证明 DSSAT 实际读取此 CLI。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579BF-B0BF-4FD5-8169-24E0D4A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47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判定：排除。当前 YC lowIC 目录无 .CLI；项目内未发现可验证的 WeatherMan 参数估计自动化。</a:t>
            </a:r>
          </a:p>
        </p:txBody>
      </p:sp>
    </p:spTree>
    <p:extLst>
      <p:ext uri="{BB962C8B-B14F-4D97-AF65-F5344CB8AC3E}">
        <p14:creationId xmlns:p14="http://schemas.microsoft.com/office/powerpoint/2010/main" val="1563670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1C61-3B95-4A66-97CB-38CB316A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F1CEF-92EF-4056-A583-F23362F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04  /  HISTORICAL WTH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09669-51ED-468C-9931-FECD610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训练期 10 年文件 QC 全部通过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1E64C-DE62-4AF6-9849-0E899D31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3CD8-4B63-4CF8-8967-49740375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BCBD8-6E84-4748-B935-349FEC84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68A88-4F06-4784-936A-7DE4EA7F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年累计降雨量（mm）  ·  2004–2013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752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c4822ea28469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C7762-2F2E-4532-8202-E4E9C2E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1AD77-F094-444F-862F-7D1FB42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年度文件通过</a:t>
            </a:r>
          </a:p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日期 / 字段 / 物理检查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21A18-E248-4112-98EC-337E9C79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44E93-9796-4D66-A273-12C59DD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0781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07815"/>
                </a:solidFill>
                <a:latin typeface="Arial"/>
                <a:ea typeface="Arial"/>
                <a:cs typeface="Arial"/>
              </a:rPr>
              <a:t>2004 review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D9360-60BC-4AB8-BCF1-506B4DF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67.4 mm 年雨量</a:t>
            </a:r>
          </a:p>
          <a:p xmlns:a="http://schemas.openxmlformats.org/drawingml/2006/main">
            <a:pPr algn="l">
              <a:defRPr sz="142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最长连续无雨 257 天</a:t>
            </a:r>
          </a:p>
          <a:p xmlns:a="http://schemas.openxmlformats.org/drawingml/2006/main">
            <a:pPr algn="l">
              <a:defRPr sz="142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与清洗日数据一致；未判为格式错误。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2C1CA-D688-4858-A5D9-DE3E61B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均值 563.8 mm  ·  范围 67.4–802.7 mm</a:t>
            </a:r>
          </a:p>
        </p:txBody>
      </p:sp>
    </p:spTree>
    <p:extLst>
      <p:ext uri="{BB962C8B-B14F-4D97-AF65-F5344CB8AC3E}">
        <p14:creationId xmlns:p14="http://schemas.microsoft.com/office/powerpoint/2010/main" val="1855416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CC674-EBEF-46E4-B9A7-E27C30B9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B4539-A205-4467-93CD-986494C2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05  /  SEED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68E5-E15D-4469-97A3-B026F03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天气 seed 与 PPO seed 分开记录；尚未实测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65736-D6FD-428B-BA2E-08C36F6A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AD0FC-1927-4C50-83EB-6B1951E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5082E-D6CD-48D0-A636-F197347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F772A-E03C-47AE-A3D3-C2751907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RESERVED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6ED5B-C87F-48B6-B5DD-85E33F6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ppo_seed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86448-254C-4D45-8CD1-0D92DDB7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只保留字段；本轮未训练、未参与生成。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F2C64-78AF-4CFE-9B53-63B0B41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19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9047A-15CF-4482-AE13-4C19D8F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78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07815"/>
                </a:solidFill>
                <a:latin typeface="Arial"/>
                <a:ea typeface="Arial"/>
                <a:cs typeface="Arial"/>
              </a:rPr>
              <a:t>PLANNED  ·  NOT ATTEMPTED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1D13E-87B1-4F99-B5C8-B63CB6B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weather_generation_seed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F2E8B-439E-4144-8D31-14F239DE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101   102   103   104   105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1C648-35DB-4624-B307-06A267D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632A0-51B3-485B-937C-B9889DA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每次生成应同时记录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0BF54-83CF-4882-B6AF-4C3FDEB5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14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weather_source   ·   parameter artifact   ·   realization_id</a:t>
            </a:r>
          </a:p>
          <a:p xmlns:a="http://schemas.openxmlformats.org/drawingml/2006/main">
            <a:pPr algn="l">
              <a:defRPr sz="17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source train years   ·   generator/version   ·   output path + SHA256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DE990-3FEA-4D73-B7B7-782D6F8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同 seed 可复现：未测试     |     不同 seed 有差异：未测试</a:t>
            </a:r>
          </a:p>
        </p:txBody>
      </p:sp>
    </p:spTree>
    <p:extLst>
      <p:ext uri="{BB962C8B-B14F-4D97-AF65-F5344CB8AC3E}">
        <p14:creationId xmlns:p14="http://schemas.microsoft.com/office/powerpoint/2010/main" val="1468215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57F92-8290-4E05-B3CB-8E3F2B0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B6850-31BF-465D-B08B-90C0311A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06  /  PILOT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D2970-4B86-4B6E-B960-06BB4D0B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没有生成 realization；下游 gate 均未执行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0C07F-2264-46F5-895A-B9279F99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0A55D-A070-47FD-910F-1E2D8D6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3A4D6-4F0A-40C9-98B1-ED2CED2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2DB13-F8DA-4576-9C40-1D45F63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0A92C-27BA-40C5-A319-49D9FD0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Observed historical weather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59F98-7C4A-4FFD-BA8F-BC94B37D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621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24 年可用；训练 10 年 QC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3A65C-B77E-4B5C-97F4-AC05C4C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A952-488F-4F3E-992E-FD0BF79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WGEN parameter artifact (.CLI)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F8F5F-DA92-4341-B76A-7DC8E67F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479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无 eligible train-only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A4AEB-9812-4D28-A8E8-2265D97A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23647-7ADE-448F-91E5-D401F63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Stochastic realization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9E988-F3D1-4FD8-A0CD-6B82A2AC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337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0 generated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FE980-0D42-4E39-9A43-B53267C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DC743-A590-424F-AC24-754091DE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 quality statistics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53669-205F-4542-A59D-70F980F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95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不适用：无 pilot weather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F1D61-298A-44A1-AD42-0639BE86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2FE2A-6224-43A5-A77F-EF311C1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DSSAT / Gym-DSSAT smoke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FB2BA-58C4-4F33-9541-91D1EA1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053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未运行：CLI 前置条件不满足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41A2D-EC64-4B6C-A009-25374BE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8419C-ED05-449A-A2ED-E7FBA3C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PPO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F76D4-A1CC-46C7-AF7C-97BED34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911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无；本任务禁止启动 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0274B-4F02-42DF-B31A-959A625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因此：无 WGEN smoke yield，也没有任何 PPO 性能结论。</a:t>
            </a:r>
          </a:p>
        </p:txBody>
      </p:sp>
    </p:spTree>
    <p:extLst>
      <p:ext uri="{BB962C8B-B14F-4D97-AF65-F5344CB8AC3E}">
        <p14:creationId xmlns:p14="http://schemas.microsoft.com/office/powerpoint/2010/main" val="1187772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B104D-BE34-4E8C-B4DE-F33D465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A7B40-C94D-4A0F-92A1-BC65787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07  / 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67E85-0FC9-455B-8E9D-83244FA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先取得可审计的 train-only .CLI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4FC8A-6880-4EA5-928E-06D9D83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9A9C-4185-43FB-9CE0-77B07B8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WGEN PILOT  |  技术审计记录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3A861-F52F-47A5-8540-889F389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1DB0D-1181-4507-9968-DC66727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AAC2C-B444-4272-A8FE-84EBDAD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WeatherMan station = CNYC；仅导入 CNYC0401.WTH–CNYC1301.WTH（2004–2013）。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BEAD9-B4E5-43FF-AD96-59A0290A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38B76-E9CE-400E-AB55-3D252A96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Generate &gt; Calculate Parameters；日期 2004/001–2013/365；选择 WGEN。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68A13-363D-4CEC-81D3-1C3EC55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8FF23-0C33-4777-A671-7283C4B2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保存工具版本、10 个源文件 hash、参数区间及输出 .CLI SHA256。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68316-FEE2-4676-8433-AF5453F6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0BD27-530A-49DE-9A76-2C30B94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85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先验证当前 FileX 的 WSTA ↔ .CLI 匹配，再做隔离 seed 复现 / 差异测试。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862BB-D787-4E65-8D19-CA2E4CA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之后才生成 3–5 套 pilot weather、做物理 / 描述统计 gate 与单季 DSSAT smoke。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0D951-1F0A-4D78-87C1-2D43DB6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当前结论  ·  BLOCKED_WGEN_NOT_READY</a:t>
            </a:r>
          </a:p>
        </p:txBody>
      </p:sp>
    </p:spTree>
    <p:extLst>
      <p:ext uri="{BB962C8B-B14F-4D97-AF65-F5344CB8AC3E}">
        <p14:creationId xmlns:p14="http://schemas.microsoft.com/office/powerpoint/2010/main" val="4259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2026-09-23T11:14:59.8500000Z</dcterms:created>
  <dcterms:modified xsi:type="dcterms:W3CDTF">2026-09-23T11:14:59.8510000Z</dcterms:modified>
</coreProperties>
</file>