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任务目标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对 Phase 2c 推荐的 14 个真实 station-year 做环境体检。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策略：NullAgent 与固定低/中/高水氮投入。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不训练 PPO，不修改 reward，不覆盖 my_data 原始数据。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输入数据和站点年份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FQA 2008/2010；HLA 2007/2011/2009。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LCA 2010/2011/2008/2009；SYA 2014/2015/2012。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YCA 2014/2008。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固定策略设计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null_zero: 不灌水、不施肥。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fixed_low: 总氮 50 kg/ha。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fixed_medium: 总氮 150 kg/ha，总灌水 60 mm。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fixed_high: 总氮 250 kg/ha，总灌水 120 mm。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最小 smoke test 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2651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run_status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episode_completed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episode_length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null_zero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56 次 episode 批量运行状态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1767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run_status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按站点运行状态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固定策略产量对比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final_grnwt_mean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total_irrigation_mean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total_n_mean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fixed_high_input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6484.3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120.0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4917.5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50.0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fixed_medium_input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6103.0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null_zero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2292.2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fixed_high_input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7238.0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120.0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1766.8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50.0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fixed_medium_input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6515.7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null_zero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null_zero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2907.1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null_zero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2697.4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示例 daily response 图</a:t>
            </a:r>
          </a:p>
        </p:txBody>
      </p:sp>
      <p:pic>
        <p:nvPicPr>
          <p:cNvPr id="3" name="Picture 2" descr="crop_growth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5670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失败或异常案例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run_status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error_message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fixed_low_input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fixed_medium_input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fixed_high_input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fixed_medium_input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fixed_high_input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fixed_low_input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fixed_medium_input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fixed_high_input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fixed_medium_input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fixed_high_input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timeout_after_300s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下一步建议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暂不建议直接进入 PPO。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先排查 YCA 全部 timeout，以及 LCA/SYA 固定策略 timeout。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优先检查临时模板、WTH 文件名、土壤文件、动作上限和 DSSAT 交互等待。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