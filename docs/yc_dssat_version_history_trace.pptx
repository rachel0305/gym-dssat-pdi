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>
              <a:gd name="adj" fmla="val 33333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40" kern="0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003_06_02_01   /   REPOSITORY + GIT HISTORY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1298448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DSSAT 版本历史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有据可循，当前仍未知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86384" y="2999232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历史输出头确认 DSSAT 4.8.0.024；档案记载 Windows DSSAT 4.8.5 实验。两者都不能自动代表 2026-09 当前 runtime。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251960"/>
            <a:ext cx="3246120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4251960"/>
            <a:ext cx="3246120" cy="64008"/>
          </a:xfrm>
          <a:prstGeom prst="rect">
            <a:avLst>
              <a:gd name="adj" fmla="val 85714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4443984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4.8.0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472744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CONFIRMED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1688" y="4251960"/>
            <a:ext cx="3246120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4251960"/>
            <a:ext cx="3246120" cy="64008"/>
          </a:xfrm>
          <a:prstGeom prst="rect">
            <a:avLst>
              <a:gd name="adj" fmla="val 85714"/>
            </a:avLst>
          </a:prstGeom>
          <a:solidFill>
            <a:srgbClr val="FBF0D7"/>
          </a:solidFill>
          <a:ln w="10160">
            <a:solidFill>
              <a:srgbClr val="FBF0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443984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4.8.5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472744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46136" y="4251960"/>
            <a:ext cx="3246120" cy="932688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46136" y="4251960"/>
            <a:ext cx="3246120" cy="64008"/>
          </a:xfrm>
          <a:prstGeom prst="rect">
            <a:avLst>
              <a:gd name="adj" fmla="val 85714"/>
            </a:avLst>
          </a:prstGeom>
          <a:solidFill>
            <a:srgbClr val="F7E4E2"/>
          </a:solidFill>
          <a:ln w="10160">
            <a:solidFill>
              <a:srgbClr val="F7E4E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4443984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runtime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10728" y="472744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9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58064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仅追溯仓库与本地 Git；未访问容器、未运行 DSSAT/WGEN、未改动实验输入。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>
              <a:gd name="adj" fmla="val 50000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DSSAT VERSION HISTORY TRACE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256032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检索方法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83112" cy="10973"/>
          </a:xfrm>
          <a:prstGeom prst="rect">
            <a:avLst>
              <a:gd name="adj" fmla="val 499991"/>
            </a:avLst>
          </a:prstGeom>
          <a:solidFill>
            <a:srgbClr val="D8E1DF"/>
          </a:solidFill>
          <a:ln w="10160">
            <a:solidFill>
              <a:srgbClr val="D8E1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003_06_02_01  ·  2026-09-24  ·  仓库与本地 Git 只读追溯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5288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685800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把版本头、实验记录和命名线索分开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143000"/>
            <a:ext cx="11018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当前树覆盖 docs/results/src/prompts/references/scripts/backups 与相关输出目录；Git history 只读检查所有本地 refs。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11018520" cy="585216"/>
          </a:xfrm>
          <a:prstGeom prst="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929384"/>
            <a:ext cx="2286000" cy="283464"/>
          </a:xfrm>
          <a:prstGeom prst="roundRect">
            <a:avLst>
              <a:gd name="adj" fmla="val 19355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94767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DIRECT_VERSION_EVIDENCE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8928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保存的 `Summary.OUT` 版本头：DSSAT 4.8.0.024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532888"/>
            <a:ext cx="11018520" cy="585216"/>
          </a:xfrm>
          <a:prstGeom prst="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679192"/>
            <a:ext cx="2286000" cy="283464"/>
          </a:xfrm>
          <a:prstGeom prst="roundRect">
            <a:avLst>
              <a:gd name="adj" fmla="val 19355"/>
            </a:avLst>
          </a:prstGeom>
          <a:solidFill>
            <a:srgbClr val="FBF0D7"/>
          </a:solidFill>
          <a:ln w="10160">
            <a:solidFill>
              <a:srgbClr val="FBF0D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269748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DIRECT_VERSION_EVIDENCE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264261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2026-06-27 实验总结明确记载 Windows DSSAT 4.8.5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282696"/>
            <a:ext cx="11018520" cy="585216"/>
          </a:xfrm>
          <a:prstGeom prst="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429000"/>
            <a:ext cx="2286000" cy="283464"/>
          </a:xfrm>
          <a:prstGeom prst="roundRect">
            <a:avLst>
              <a:gd name="adj" fmla="val 19355"/>
            </a:avLst>
          </a:prstGeom>
          <a:solidFill>
            <a:srgbClr val="FBF0D7"/>
          </a:solidFill>
          <a:ln w="10160">
            <a:solidFill>
              <a:srgbClr val="FBF0D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447288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STRONG_INDIRECT_EVIDENCE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3924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`C:\DSSAT48\DSCSM048.EXE`：仅支持 4.8 家族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032504"/>
            <a:ext cx="11018520" cy="585216"/>
          </a:xfrm>
          <a:prstGeom prst="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178808"/>
            <a:ext cx="2468880" cy="283464"/>
          </a:xfrm>
          <a:prstGeom prst="roundRect">
            <a:avLst>
              <a:gd name="adj" fmla="val 19355"/>
            </a:avLst>
          </a:prstGeom>
          <a:solidFill>
            <a:srgbClr val="F7E4E2"/>
          </a:solidFill>
          <a:ln w="10160">
            <a:solidFill>
              <a:srgbClr val="F7E4E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4197096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USER_OR_DOCUMENT_RECOLLECTION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4142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“另一台电脑”只见于本任务引用的用户回忆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074920"/>
            <a:ext cx="11018520" cy="804672"/>
          </a:xfrm>
          <a:prstGeom prst="rect">
            <a:avLst>
              <a:gd name="adj" fmla="val 6818"/>
            </a:avLst>
          </a:prstGeom>
          <a:solidFill>
            <a:srgbClr val="35474D"/>
          </a:solidFill>
          <a:ln w="10160">
            <a:solidFill>
              <a:srgbClr val="35474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" y="529437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8D4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排除混淆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01952" y="5257800"/>
            <a:ext cx="9098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`gym_dssat_pdi 0.0.5 / 0.0.9` 是 Python package 版本；不能替代 DSSAT 模型版本。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5216" y="60624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任务提示里的线索也纳入搜索，但不作为独立实验事实。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>
              <a:gd name="adj" fmla="val 50000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DSSAT VERSION HISTORY TRACE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256032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DSSAT 4.8.0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83112" cy="10973"/>
          </a:xfrm>
          <a:prstGeom prst="rect">
            <a:avLst>
              <a:gd name="adj" fmla="val 499991"/>
            </a:avLst>
          </a:prstGeom>
          <a:solidFill>
            <a:srgbClr val="D8E1DF"/>
          </a:solidFill>
          <a:ln w="10160">
            <a:solidFill>
              <a:srgbClr val="D8E1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003_06_02_01  ·  2026-09-24  ·  仓库与本地 Git 只读追溯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5288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685800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YC 历史 PDI 运行头直接报出 4.8.0.024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143000"/>
            <a:ext cx="11018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这是已保存的历史模拟输出，不是本轮启动的新模拟，也不是当前 runtime 的实时查询。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755648"/>
            <a:ext cx="11018520" cy="1069848"/>
          </a:xfrm>
          <a:prstGeom prst="rect">
            <a:avLst>
              <a:gd name="adj" fmla="val 5128"/>
            </a:avLst>
          </a:prstGeom>
          <a:solidFill>
            <a:srgbClr val="35474D"/>
          </a:solidFill>
          <a:ln w="10160">
            <a:solidFill>
              <a:srgbClr val="3547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8424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DSSAT Cropping System Model Ver. 4.8.0.024 -stable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104" y="241401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8D4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Summary.OUT  ·  2026-07-02 08:37:47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172968"/>
            <a:ext cx="9052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YC / CNYC · 2014 · seed0 · null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685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输出位置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3675888"/>
            <a:ext cx="9052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`pdi_tmp_snapshot_eval/Summary.OUT`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187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同次配置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4178808"/>
            <a:ext cx="9052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`env_args.json` → `/opt/dssat_pdi/run_dssat`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908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证据等级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4681728"/>
            <a:ext cx="9052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DIRECT_VERSION_EVIDENCE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422392"/>
            <a:ext cx="11018520" cy="585216"/>
          </a:xfrm>
          <a:prstGeom prst="rect">
            <a:avLst>
              <a:gd name="adj" fmla="val 9375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596128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结论：至少这次历史 Gym-DSSAT/PDI run 确实调用了报告 4.8.0.024 的 DSSAT。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>
              <a:gd name="adj" fmla="val 50000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DSSAT VERSION HISTORY TRACE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256032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DSSAT 4.8.5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83112" cy="10973"/>
          </a:xfrm>
          <a:prstGeom prst="rect">
            <a:avLst>
              <a:gd name="adj" fmla="val 499991"/>
            </a:avLst>
          </a:prstGeom>
          <a:solidFill>
            <a:srgbClr val="D8E1DF"/>
          </a:solidFill>
          <a:ln w="10160">
            <a:solidFill>
              <a:srgbClr val="D8E1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003_06_02_01  ·  2026-09-24  ·  仓库与本地 Git 只读追溯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5288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685800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4.8.5 有实验记录，但不是纯版本因果试验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143000"/>
            <a:ext cx="11018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2026-06-27 HLA 2004 CNHL0404 记录：Windows 4.8.5 与 PDI/Gym 4.8.0 的结果出现差异。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828800"/>
            <a:ext cx="5340096" cy="1874520"/>
          </a:xfrm>
          <a:prstGeom prst="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828800"/>
            <a:ext cx="5340096" cy="73152"/>
          </a:xfrm>
          <a:prstGeom prst="rect">
            <a:avLst>
              <a:gd name="adj" fmla="val 75000"/>
            </a:avLst>
          </a:prstGeom>
          <a:solidFill>
            <a:srgbClr val="FBF0D7"/>
          </a:solidFill>
          <a:ln w="10160">
            <a:solidFill>
              <a:srgbClr val="FBF0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06654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DSSAT 4.8.5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" y="2578608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2004 · CNHL0404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记录为成熟，HWAM 约 2038 kg/ha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standalone 环境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340096" cy="1874520"/>
          </a:xfrm>
          <a:prstGeom prst="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5340096" cy="73152"/>
          </a:xfrm>
          <a:prstGeom prst="rect">
            <a:avLst>
              <a:gd name="adj" fmla="val 75000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06654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PDI / Gym DSSAT 4.8.0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2578608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同名输入诊断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记录为早熟，HWAM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后续报告提醒版本不可混比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记录层面的版本对照：有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2784" y="40965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版本差异的独立因果结论：没有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599432"/>
            <a:ext cx="11018520" cy="914400"/>
          </a:xfrm>
          <a:prstGeom prst="rect">
            <a:avLst>
              <a:gd name="adj" fmla="val 6000"/>
            </a:avLst>
          </a:prstGeom>
          <a:solidFill>
            <a:srgbClr val="FBF0D7"/>
          </a:solidFill>
          <a:ln w="10160">
            <a:solidFill>
              <a:srgbClr val="FBF0D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85546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证据边界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4782312"/>
            <a:ext cx="9098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4.8.5 原始输出版本头未在本次检查的 CNHL0404 文件夹找到；“另一台电脑”也未获项目文件独立佐证。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59253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commit 7bc4024（2026-06-27）新增该总结与对照脚本；后续 4.8.0 standalone 输出替换了旧 4.8.5 对照侧。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>
              <a:gd name="adj" fmla="val 50000"/>
            </a:avLst>
          </a:prstGeom>
          <a:solidFill>
            <a:srgbClr val="168C88"/>
          </a:solidFill>
          <a:ln w="10160">
            <a:solidFill>
              <a:srgbClr val="168C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DSSAT VERSION HISTORY TRACE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256032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连续性与下一步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83112" cy="10973"/>
          </a:xfrm>
          <a:prstGeom prst="rect">
            <a:avLst>
              <a:gd name="adj" fmla="val 499991"/>
            </a:avLst>
          </a:prstGeom>
          <a:solidFill>
            <a:srgbClr val="D8E1DF"/>
          </a:solidFill>
          <a:ln w="10160">
            <a:solidFill>
              <a:srgbClr val="D8E1D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493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003_06_02_01  ·  2026-09-24  ·  仓库与本地 Git 只读追溯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5288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685800"/>
            <a:ext cx="11109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历史已证实，不代表今天仍相同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143000"/>
            <a:ext cx="11018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本轮没有访问容器或外部安装路径；current active runtime 保持 UNKNOWN。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" y="1783080"/>
            <a:ext cx="11018520" cy="758952"/>
          </a:xfrm>
          <a:prstGeom prst="rect">
            <a:avLst>
              <a:gd name="adj" fmla="val 7229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1783080"/>
            <a:ext cx="1325880" cy="758952"/>
          </a:xfrm>
          <a:prstGeom prst="rect">
            <a:avLst>
              <a:gd name="adj" fmla="val 7229"/>
            </a:avLst>
          </a:prstGeom>
          <a:solidFill>
            <a:srgbClr val="DCEFED"/>
          </a:solidFill>
          <a:ln w="1016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020824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21408" y="1901952"/>
            <a:ext cx="9098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2026-07-02 保存的 YC PDI 输出为 DSSAT 4.8.0.024；同次 env args 指向 `/opt/dssat_pdi/run_dssat`。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" y="2734056"/>
            <a:ext cx="11018520" cy="758952"/>
          </a:xfrm>
          <a:prstGeom prst="rect">
            <a:avLst>
              <a:gd name="adj" fmla="val 7229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" y="2734056"/>
            <a:ext cx="1325880" cy="758952"/>
          </a:xfrm>
          <a:prstGeom prst="rect">
            <a:avLst>
              <a:gd name="adj" fmla="val 7229"/>
            </a:avLst>
          </a:prstGeom>
          <a:solidFill>
            <a:srgbClr val="F7E4E2"/>
          </a:solidFill>
          <a:ln w="10160">
            <a:solidFill>
              <a:srgbClr val="F7E4E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971800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21408" y="2852928"/>
            <a:ext cx="9098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container/launcher 是否延续、当前 DSSAT 版本、该次 gym_dssat_pdi 安装版本、4.8.5 的原始 header。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" y="3685032"/>
            <a:ext cx="11018520" cy="758952"/>
          </a:xfrm>
          <a:prstGeom prst="rect">
            <a:avLst>
              <a:gd name="adj" fmla="val 7229"/>
            </a:avLst>
          </a:prstGeom>
          <a:solidFill>
            <a:srgbClr val="FFFFFF"/>
          </a:solidFill>
          <a:ln w="10160">
            <a:solidFill>
              <a:srgbClr val="D8E1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3685032"/>
            <a:ext cx="1325880" cy="758952"/>
          </a:xfrm>
          <a:prstGeom prst="rect">
            <a:avLst>
              <a:gd name="adj" fmla="val 7229"/>
            </a:avLst>
          </a:prstGeom>
          <a:solidFill>
            <a:srgbClr val="FBF0D7"/>
          </a:solidFill>
          <a:ln w="10160">
            <a:solidFill>
              <a:srgbClr val="FBF0D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22776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9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21408" y="3803904"/>
            <a:ext cx="9098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30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先取得当前 runtime 的只读版本证据；如需核实 4.8.5，补齐既有 Windows 输出头和机器/date provenance。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" y="4983480"/>
            <a:ext cx="11018520" cy="813816"/>
          </a:xfrm>
          <a:prstGeom prst="rect">
            <a:avLst>
              <a:gd name="adj" fmla="val 6742"/>
            </a:avLst>
          </a:prstGeom>
          <a:solidFill>
            <a:srgbClr val="35474D"/>
          </a:solidFill>
          <a:ln w="10160">
            <a:solidFill>
              <a:srgbClr val="35474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25780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8D4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本任务未改动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04288" y="52212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 candidate · CLI · DSSAT inputs · PPO · other sites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DSSAT simulation / WGEN / WeatherMan / PPO；未 git push。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DSSAT Version History Trace</dc:title>
  <dc:subject>DSSAT 4.8.0 and 4.8.5 repository/Git history trace</dc:subject>
  <dc:creator>Codex</dc:creator>
  <cp:lastModifiedBy>Codex</cp:lastModifiedBy>
  <cp:revision>1</cp:revision>
  <dcterms:created xsi:type="dcterms:W3CDTF">2026-09-24T12:38:41Z</dcterms:created>
  <dcterms:modified xsi:type="dcterms:W3CDTF">2026-09-24T12:38:41Z</dcterms:modified>
</cp:coreProperties>
</file>